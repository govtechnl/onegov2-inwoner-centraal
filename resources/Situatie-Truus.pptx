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5"/>
  </p:sldMasterIdLst>
  <p:sldIdLst>
    <p:sldId id="256" r:id="rId6"/>
    <p:sldId id="257" r:id="rId7"/>
    <p:sldId id="259" r:id="rId8"/>
    <p:sldId id="260" r:id="rId9"/>
    <p:sldId id="261" r:id="rId10"/>
    <p:sldId id="265" r:id="rId11"/>
    <p:sldId id="264" r:id="rId12"/>
    <p:sldId id="258" r:id="rId13"/>
    <p:sldId id="263" r:id="rId14"/>
  </p:sldIdLst>
  <p:sldSz cx="18288000" cy="10287000"/>
  <p:notesSz cx="6858000" cy="9144000"/>
  <p:embeddedFontLst>
    <p:embeddedFont>
      <p:font typeface="DM Sans Bold" panose="020B0604020202020204" charset="0"/>
      <p:regular r:id="rId15"/>
      <p:bold r:id="rId16"/>
    </p:embeddedFont>
    <p:embeddedFont>
      <p:font typeface="Open Sans" panose="020B0604020202020204" charset="0"/>
      <p:regular r:id="rId17"/>
      <p:bold r:id="rId18"/>
      <p:italic r:id="rId19"/>
      <p:boldItalic r:id="rId20"/>
    </p:embeddedFont>
    <p:embeddedFont>
      <p:font typeface="Open Sans Bold" panose="020B0604020202020204" charset="0"/>
      <p:regular r:id="rId21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7CD53C-DCBF-F598-37D1-B0FCA294A2F3}" v="9" dt="2025-10-22T17:44:27.6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font" Target="fonts/font7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font" Target="fonts/font5.fntdata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font" Target="fonts/font8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leen van Gent" userId="S::marleen.vangent@ictu.nl::c623c999-295a-46fa-a596-08d581f84f87" providerId="AD" clId="Web-{B376ECDB-4F01-14C2-EDA3-59EEA037BC86}"/>
    <pc:docChg chg="modSld">
      <pc:chgData name="Marleen van Gent" userId="S::marleen.vangent@ictu.nl::c623c999-295a-46fa-a596-08d581f84f87" providerId="AD" clId="Web-{B376ECDB-4F01-14C2-EDA3-59EEA037BC86}" dt="2025-10-06T07:03:55.575" v="88" actId="1076"/>
      <pc:docMkLst>
        <pc:docMk/>
      </pc:docMkLst>
      <pc:sldChg chg="addSp delSp modSp">
        <pc:chgData name="Marleen van Gent" userId="S::marleen.vangent@ictu.nl::c623c999-295a-46fa-a596-08d581f84f87" providerId="AD" clId="Web-{B376ECDB-4F01-14C2-EDA3-59EEA037BC86}" dt="2025-10-06T07:03:55.575" v="88" actId="1076"/>
        <pc:sldMkLst>
          <pc:docMk/>
          <pc:sldMk cId="0" sldId="264"/>
        </pc:sldMkLst>
        <pc:spChg chg="mod">
          <ac:chgData name="Marleen van Gent" userId="S::marleen.vangent@ictu.nl::c623c999-295a-46fa-a596-08d581f84f87" providerId="AD" clId="Web-{B376ECDB-4F01-14C2-EDA3-59EEA037BC86}" dt="2025-10-06T07:02:40.041" v="77" actId="20577"/>
          <ac:spMkLst>
            <pc:docMk/>
            <pc:sldMk cId="0" sldId="264"/>
            <ac:spMk id="5" creationId="{00000000-0000-0000-0000-000000000000}"/>
          </ac:spMkLst>
        </pc:spChg>
        <pc:spChg chg="add mod">
          <ac:chgData name="Marleen van Gent" userId="S::marleen.vangent@ictu.nl::c623c999-295a-46fa-a596-08d581f84f87" providerId="AD" clId="Web-{B376ECDB-4F01-14C2-EDA3-59EEA037BC86}" dt="2025-10-06T07:03:55.575" v="88" actId="1076"/>
          <ac:spMkLst>
            <pc:docMk/>
            <pc:sldMk cId="0" sldId="264"/>
            <ac:spMk id="8" creationId="{12B3191F-37EA-8779-1963-66FEF9F52D04}"/>
          </ac:spMkLst>
        </pc:spChg>
      </pc:sldChg>
      <pc:sldChg chg="addSp delSp modSp">
        <pc:chgData name="Marleen van Gent" userId="S::marleen.vangent@ictu.nl::c623c999-295a-46fa-a596-08d581f84f87" providerId="AD" clId="Web-{B376ECDB-4F01-14C2-EDA3-59EEA037BC86}" dt="2025-10-06T07:01:17.881" v="54" actId="1076"/>
        <pc:sldMkLst>
          <pc:docMk/>
          <pc:sldMk cId="4045295986" sldId="265"/>
        </pc:sldMkLst>
        <pc:spChg chg="add mod">
          <ac:chgData name="Marleen van Gent" userId="S::marleen.vangent@ictu.nl::c623c999-295a-46fa-a596-08d581f84f87" providerId="AD" clId="Web-{B376ECDB-4F01-14C2-EDA3-59EEA037BC86}" dt="2025-10-06T07:01:17.881" v="54" actId="1076"/>
          <ac:spMkLst>
            <pc:docMk/>
            <pc:sldMk cId="4045295986" sldId="265"/>
            <ac:spMk id="8" creationId="{7DB2823E-D497-533B-0CAB-6A243146139D}"/>
          </ac:spMkLst>
        </pc:spChg>
      </pc:sldChg>
    </pc:docChg>
  </pc:docChgLst>
  <pc:docChgLst>
    <pc:chgData name="Marleen van Gent" userId="S::marleen.vangent@ictu.nl::c623c999-295a-46fa-a596-08d581f84f87" providerId="AD" clId="Web-{C7704B29-28F7-4578-7EF3-D27FB843A507}"/>
    <pc:docChg chg="addSld modSld sldOrd">
      <pc:chgData name="Marleen van Gent" userId="S::marleen.vangent@ictu.nl::c623c999-295a-46fa-a596-08d581f84f87" providerId="AD" clId="Web-{C7704B29-28F7-4578-7EF3-D27FB843A507}" dt="2025-10-03T11:15:25.695" v="353" actId="20577"/>
      <pc:docMkLst>
        <pc:docMk/>
      </pc:docMkLst>
      <pc:sldChg chg="modSp">
        <pc:chgData name="Marleen van Gent" userId="S::marleen.vangent@ictu.nl::c623c999-295a-46fa-a596-08d581f84f87" providerId="AD" clId="Web-{C7704B29-28F7-4578-7EF3-D27FB843A507}" dt="2025-10-02T12:28:38.432" v="9" actId="1076"/>
        <pc:sldMkLst>
          <pc:docMk/>
          <pc:sldMk cId="0" sldId="256"/>
        </pc:sldMkLst>
        <pc:spChg chg="mod">
          <ac:chgData name="Marleen van Gent" userId="S::marleen.vangent@ictu.nl::c623c999-295a-46fa-a596-08d581f84f87" providerId="AD" clId="Web-{C7704B29-28F7-4578-7EF3-D27FB843A507}" dt="2025-10-02T12:28:38.401" v="3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Marleen van Gent" userId="S::marleen.vangent@ictu.nl::c623c999-295a-46fa-a596-08d581f84f87" providerId="AD" clId="Web-{C7704B29-28F7-4578-7EF3-D27FB843A507}" dt="2025-10-02T12:28:38.401" v="4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Marleen van Gent" userId="S::marleen.vangent@ictu.nl::c623c999-295a-46fa-a596-08d581f84f87" providerId="AD" clId="Web-{C7704B29-28F7-4578-7EF3-D27FB843A507}" dt="2025-10-02T12:28:38.401" v="5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Marleen van Gent" userId="S::marleen.vangent@ictu.nl::c623c999-295a-46fa-a596-08d581f84f87" providerId="AD" clId="Web-{C7704B29-28F7-4578-7EF3-D27FB843A507}" dt="2025-10-02T12:28:38.416" v="6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Marleen van Gent" userId="S::marleen.vangent@ictu.nl::c623c999-295a-46fa-a596-08d581f84f87" providerId="AD" clId="Web-{C7704B29-28F7-4578-7EF3-D27FB843A507}" dt="2025-10-02T12:28:38.432" v="9" actId="1076"/>
          <ac:spMkLst>
            <pc:docMk/>
            <pc:sldMk cId="0" sldId="256"/>
            <ac:spMk id="6" creationId="{30C16355-EF10-6BA2-91EE-7A0501EA7AC7}"/>
          </ac:spMkLst>
        </pc:spChg>
        <pc:spChg chg="mod">
          <ac:chgData name="Marleen van Gent" userId="S::marleen.vangent@ictu.nl::c623c999-295a-46fa-a596-08d581f84f87" providerId="AD" clId="Web-{C7704B29-28F7-4578-7EF3-D27FB843A507}" dt="2025-10-02T12:28:38.416" v="7" actId="1076"/>
          <ac:spMkLst>
            <pc:docMk/>
            <pc:sldMk cId="0" sldId="256"/>
            <ac:spMk id="10" creationId="{00000000-0000-0000-0000-000000000000}"/>
          </ac:spMkLst>
        </pc:spChg>
        <pc:picChg chg="mod">
          <ac:chgData name="Marleen van Gent" userId="S::marleen.vangent@ictu.nl::c623c999-295a-46fa-a596-08d581f84f87" providerId="AD" clId="Web-{C7704B29-28F7-4578-7EF3-D27FB843A507}" dt="2025-10-02T12:28:38.416" v="8" actId="1076"/>
          <ac:picMkLst>
            <pc:docMk/>
            <pc:sldMk cId="0" sldId="256"/>
            <ac:picMk id="11" creationId="{43443C04-A42E-F3A5-E7D5-598000D3316E}"/>
          </ac:picMkLst>
        </pc:picChg>
      </pc:sldChg>
      <pc:sldChg chg="addSp delSp modSp ord">
        <pc:chgData name="Marleen van Gent" userId="S::marleen.vangent@ictu.nl::c623c999-295a-46fa-a596-08d581f84f87" providerId="AD" clId="Web-{C7704B29-28F7-4578-7EF3-D27FB843A507}" dt="2025-10-03T11:15:25.695" v="353" actId="20577"/>
        <pc:sldMkLst>
          <pc:docMk/>
          <pc:sldMk cId="0" sldId="258"/>
        </pc:sldMkLst>
        <pc:spChg chg="mod">
          <ac:chgData name="Marleen van Gent" userId="S::marleen.vangent@ictu.nl::c623c999-295a-46fa-a596-08d581f84f87" providerId="AD" clId="Web-{C7704B29-28F7-4578-7EF3-D27FB843A507}" dt="2025-10-03T11:15:25.695" v="353" actId="20577"/>
          <ac:spMkLst>
            <pc:docMk/>
            <pc:sldMk cId="0" sldId="258"/>
            <ac:spMk id="4" creationId="{00000000-0000-0000-0000-000000000000}"/>
          </ac:spMkLst>
        </pc:spChg>
        <pc:spChg chg="add">
          <ac:chgData name="Marleen van Gent" userId="S::marleen.vangent@ictu.nl::c623c999-295a-46fa-a596-08d581f84f87" providerId="AD" clId="Web-{C7704B29-28F7-4578-7EF3-D27FB843A507}" dt="2025-10-03T10:52:55.371" v="74"/>
          <ac:spMkLst>
            <pc:docMk/>
            <pc:sldMk cId="0" sldId="258"/>
            <ac:spMk id="7" creationId="{E1CC6F28-7EAC-5BF1-C391-9D473EEBC681}"/>
          </ac:spMkLst>
        </pc:spChg>
        <pc:spChg chg="add mod">
          <ac:chgData name="Marleen van Gent" userId="S::marleen.vangent@ictu.nl::c623c999-295a-46fa-a596-08d581f84f87" providerId="AD" clId="Web-{C7704B29-28F7-4578-7EF3-D27FB843A507}" dt="2025-10-03T11:15:01.710" v="329" actId="1076"/>
          <ac:spMkLst>
            <pc:docMk/>
            <pc:sldMk cId="0" sldId="258"/>
            <ac:spMk id="9" creationId="{1BA957A5-1DEE-6556-9BE7-FFF30BAC6778}"/>
          </ac:spMkLst>
        </pc:spChg>
        <pc:spChg chg="add mod">
          <ac:chgData name="Marleen van Gent" userId="S::marleen.vangent@ictu.nl::c623c999-295a-46fa-a596-08d581f84f87" providerId="AD" clId="Web-{C7704B29-28F7-4578-7EF3-D27FB843A507}" dt="2025-10-03T11:15:22.460" v="351" actId="1076"/>
          <ac:spMkLst>
            <pc:docMk/>
            <pc:sldMk cId="0" sldId="258"/>
            <ac:spMk id="13" creationId="{B02CBF99-94FF-EBD9-B8FD-DCC4379E7184}"/>
          </ac:spMkLst>
        </pc:spChg>
      </pc:sldChg>
      <pc:sldChg chg="addSp modSp">
        <pc:chgData name="Marleen van Gent" userId="S::marleen.vangent@ictu.nl::c623c999-295a-46fa-a596-08d581f84f87" providerId="AD" clId="Web-{C7704B29-28F7-4578-7EF3-D27FB843A507}" dt="2025-10-03T10:56:40.723" v="136" actId="20577"/>
        <pc:sldMkLst>
          <pc:docMk/>
          <pc:sldMk cId="0" sldId="259"/>
        </pc:sldMkLst>
        <pc:spChg chg="mod">
          <ac:chgData name="Marleen van Gent" userId="S::marleen.vangent@ictu.nl::c623c999-295a-46fa-a596-08d581f84f87" providerId="AD" clId="Web-{C7704B29-28F7-4578-7EF3-D27FB843A507}" dt="2025-10-03T10:51:55.024" v="55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Marleen van Gent" userId="S::marleen.vangent@ictu.nl::c623c999-295a-46fa-a596-08d581f84f87" providerId="AD" clId="Web-{C7704B29-28F7-4578-7EF3-D27FB843A507}" dt="2025-10-03T10:52:00.821" v="56" actId="1076"/>
          <ac:spMkLst>
            <pc:docMk/>
            <pc:sldMk cId="0" sldId="259"/>
            <ac:spMk id="3" creationId="{00000000-0000-0000-0000-000000000000}"/>
          </ac:spMkLst>
        </pc:spChg>
        <pc:spChg chg="mod">
          <ac:chgData name="Marleen van Gent" userId="S::marleen.vangent@ictu.nl::c623c999-295a-46fa-a596-08d581f84f87" providerId="AD" clId="Web-{C7704B29-28F7-4578-7EF3-D27FB843A507}" dt="2025-10-03T10:55:10.564" v="79" actId="1076"/>
          <ac:spMkLst>
            <pc:docMk/>
            <pc:sldMk cId="0" sldId="259"/>
            <ac:spMk id="4" creationId="{00000000-0000-0000-0000-000000000000}"/>
          </ac:spMkLst>
        </pc:spChg>
        <pc:spChg chg="mod">
          <ac:chgData name="Marleen van Gent" userId="S::marleen.vangent@ictu.nl::c623c999-295a-46fa-a596-08d581f84f87" providerId="AD" clId="Web-{C7704B29-28F7-4578-7EF3-D27FB843A507}" dt="2025-10-03T10:55:10.595" v="80" actId="1076"/>
          <ac:spMkLst>
            <pc:docMk/>
            <pc:sldMk cId="0" sldId="259"/>
            <ac:spMk id="5" creationId="{00000000-0000-0000-0000-000000000000}"/>
          </ac:spMkLst>
        </pc:spChg>
        <pc:spChg chg="mod">
          <ac:chgData name="Marleen van Gent" userId="S::marleen.vangent@ictu.nl::c623c999-295a-46fa-a596-08d581f84f87" providerId="AD" clId="Web-{C7704B29-28F7-4578-7EF3-D27FB843A507}" dt="2025-10-03T10:55:10.610" v="81" actId="1076"/>
          <ac:spMkLst>
            <pc:docMk/>
            <pc:sldMk cId="0" sldId="259"/>
            <ac:spMk id="6" creationId="{00000000-0000-0000-0000-000000000000}"/>
          </ac:spMkLst>
        </pc:spChg>
        <pc:spChg chg="add mod">
          <ac:chgData name="Marleen van Gent" userId="S::marleen.vangent@ictu.nl::c623c999-295a-46fa-a596-08d581f84f87" providerId="AD" clId="Web-{C7704B29-28F7-4578-7EF3-D27FB843A507}" dt="2025-10-03T10:55:40.627" v="87" actId="1076"/>
          <ac:spMkLst>
            <pc:docMk/>
            <pc:sldMk cId="0" sldId="259"/>
            <ac:spMk id="7" creationId="{60232E7B-CB87-BD40-A9E4-147BD610EE0D}"/>
          </ac:spMkLst>
        </pc:spChg>
        <pc:spChg chg="add mod">
          <ac:chgData name="Marleen van Gent" userId="S::marleen.vangent@ictu.nl::c623c999-295a-46fa-a596-08d581f84f87" providerId="AD" clId="Web-{C7704B29-28F7-4578-7EF3-D27FB843A507}" dt="2025-10-03T10:56:40.723" v="136" actId="20577"/>
          <ac:spMkLst>
            <pc:docMk/>
            <pc:sldMk cId="0" sldId="259"/>
            <ac:spMk id="9" creationId="{07FCB36F-CF9F-C431-FF1B-EB30597BD7B6}"/>
          </ac:spMkLst>
        </pc:spChg>
        <pc:spChg chg="add mod">
          <ac:chgData name="Marleen van Gent" userId="S::marleen.vangent@ictu.nl::c623c999-295a-46fa-a596-08d581f84f87" providerId="AD" clId="Web-{C7704B29-28F7-4578-7EF3-D27FB843A507}" dt="2025-10-03T10:56:14.894" v="107" actId="20577"/>
          <ac:spMkLst>
            <pc:docMk/>
            <pc:sldMk cId="0" sldId="259"/>
            <ac:spMk id="10" creationId="{49B7FA20-4E22-EB9A-153B-36AE72C71329}"/>
          </ac:spMkLst>
        </pc:spChg>
        <pc:picChg chg="mod">
          <ac:chgData name="Marleen van Gent" userId="S::marleen.vangent@ictu.nl::c623c999-295a-46fa-a596-08d581f84f87" providerId="AD" clId="Web-{C7704B29-28F7-4578-7EF3-D27FB843A507}" dt="2025-10-03T10:52:00.837" v="57" actId="1076"/>
          <ac:picMkLst>
            <pc:docMk/>
            <pc:sldMk cId="0" sldId="259"/>
            <ac:picMk id="8" creationId="{6B3D161B-8F26-E24A-6B59-B010E6842366}"/>
          </ac:picMkLst>
        </pc:picChg>
      </pc:sldChg>
      <pc:sldChg chg="addSp delSp modSp">
        <pc:chgData name="Marleen van Gent" userId="S::marleen.vangent@ictu.nl::c623c999-295a-46fa-a596-08d581f84f87" providerId="AD" clId="Web-{C7704B29-28F7-4578-7EF3-D27FB843A507}" dt="2025-10-03T11:00:07.217" v="197" actId="1076"/>
        <pc:sldMkLst>
          <pc:docMk/>
          <pc:sldMk cId="0" sldId="260"/>
        </pc:sldMkLst>
        <pc:spChg chg="mod">
          <ac:chgData name="Marleen van Gent" userId="S::marleen.vangent@ictu.nl::c623c999-295a-46fa-a596-08d581f84f87" providerId="AD" clId="Web-{C7704B29-28F7-4578-7EF3-D27FB843A507}" dt="2025-10-03T10:56:46.254" v="137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Marleen van Gent" userId="S::marleen.vangent@ictu.nl::c623c999-295a-46fa-a596-08d581f84f87" providerId="AD" clId="Web-{C7704B29-28F7-4578-7EF3-D27FB843A507}" dt="2025-10-03T10:56:46.254" v="138" actId="1076"/>
          <ac:spMkLst>
            <pc:docMk/>
            <pc:sldMk cId="0" sldId="260"/>
            <ac:spMk id="3" creationId="{00000000-0000-0000-0000-000000000000}"/>
          </ac:spMkLst>
        </pc:spChg>
        <pc:spChg chg="mod">
          <ac:chgData name="Marleen van Gent" userId="S::marleen.vangent@ictu.nl::c623c999-295a-46fa-a596-08d581f84f87" providerId="AD" clId="Web-{C7704B29-28F7-4578-7EF3-D27FB843A507}" dt="2025-10-03T10:59:07.915" v="186" actId="20577"/>
          <ac:spMkLst>
            <pc:docMk/>
            <pc:sldMk cId="0" sldId="260"/>
            <ac:spMk id="4" creationId="{00000000-0000-0000-0000-000000000000}"/>
          </ac:spMkLst>
        </pc:spChg>
        <pc:spChg chg="add">
          <ac:chgData name="Marleen van Gent" userId="S::marleen.vangent@ictu.nl::c623c999-295a-46fa-a596-08d581f84f87" providerId="AD" clId="Web-{C7704B29-28F7-4578-7EF3-D27FB843A507}" dt="2025-10-03T10:52:48.089" v="68"/>
          <ac:spMkLst>
            <pc:docMk/>
            <pc:sldMk cId="0" sldId="260"/>
            <ac:spMk id="7" creationId="{C2A281E7-DA1D-42A7-C169-5FB1A9EBEADD}"/>
          </ac:spMkLst>
        </pc:spChg>
        <pc:spChg chg="add mod">
          <ac:chgData name="Marleen van Gent" userId="S::marleen.vangent@ictu.nl::c623c999-295a-46fa-a596-08d581f84f87" providerId="AD" clId="Web-{C7704B29-28F7-4578-7EF3-D27FB843A507}" dt="2025-10-03T11:00:07.217" v="197" actId="1076"/>
          <ac:spMkLst>
            <pc:docMk/>
            <pc:sldMk cId="0" sldId="260"/>
            <ac:spMk id="9" creationId="{C4619A32-F098-0BC8-566D-C6634549A4CC}"/>
          </ac:spMkLst>
        </pc:spChg>
      </pc:sldChg>
      <pc:sldChg chg="addSp delSp modSp">
        <pc:chgData name="Marleen van Gent" userId="S::marleen.vangent@ictu.nl::c623c999-295a-46fa-a596-08d581f84f87" providerId="AD" clId="Web-{C7704B29-28F7-4578-7EF3-D27FB843A507}" dt="2025-10-03T11:07:32.707" v="280" actId="1076"/>
        <pc:sldMkLst>
          <pc:docMk/>
          <pc:sldMk cId="0" sldId="261"/>
        </pc:sldMkLst>
        <pc:spChg chg="mod">
          <ac:chgData name="Marleen van Gent" userId="S::marleen.vangent@ictu.nl::c623c999-295a-46fa-a596-08d581f84f87" providerId="AD" clId="Web-{C7704B29-28F7-4578-7EF3-D27FB843A507}" dt="2025-10-03T11:00:14.343" v="198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Marleen van Gent" userId="S::marleen.vangent@ictu.nl::c623c999-295a-46fa-a596-08d581f84f87" providerId="AD" clId="Web-{C7704B29-28F7-4578-7EF3-D27FB843A507}" dt="2025-10-03T11:00:14.359" v="199" actId="1076"/>
          <ac:spMkLst>
            <pc:docMk/>
            <pc:sldMk cId="0" sldId="261"/>
            <ac:spMk id="3" creationId="{00000000-0000-0000-0000-000000000000}"/>
          </ac:spMkLst>
        </pc:spChg>
        <pc:spChg chg="mod">
          <ac:chgData name="Marleen van Gent" userId="S::marleen.vangent@ictu.nl::c623c999-295a-46fa-a596-08d581f84f87" providerId="AD" clId="Web-{C7704B29-28F7-4578-7EF3-D27FB843A507}" dt="2025-10-03T11:00:18.188" v="200" actId="1076"/>
          <ac:spMkLst>
            <pc:docMk/>
            <pc:sldMk cId="0" sldId="261"/>
            <ac:spMk id="4" creationId="{00000000-0000-0000-0000-000000000000}"/>
          </ac:spMkLst>
        </pc:spChg>
        <pc:spChg chg="add">
          <ac:chgData name="Marleen van Gent" userId="S::marleen.vangent@ictu.nl::c623c999-295a-46fa-a596-08d581f84f87" providerId="AD" clId="Web-{C7704B29-28F7-4578-7EF3-D27FB843A507}" dt="2025-10-03T10:52:50.370" v="70"/>
          <ac:spMkLst>
            <pc:docMk/>
            <pc:sldMk cId="0" sldId="261"/>
            <ac:spMk id="7" creationId="{7C26588E-947A-E5DD-267D-1EFD73AADCFE}"/>
          </ac:spMkLst>
        </pc:spChg>
        <pc:spChg chg="mod">
          <ac:chgData name="Marleen van Gent" userId="S::marleen.vangent@ictu.nl::c623c999-295a-46fa-a596-08d581f84f87" providerId="AD" clId="Web-{C7704B29-28F7-4578-7EF3-D27FB843A507}" dt="2025-10-03T11:00:18.219" v="201" actId="1076"/>
          <ac:spMkLst>
            <pc:docMk/>
            <pc:sldMk cId="0" sldId="261"/>
            <ac:spMk id="8" creationId="{4E5A8ACE-18E8-0407-413C-1B8306023788}"/>
          </ac:spMkLst>
        </pc:spChg>
        <pc:spChg chg="add mod">
          <ac:chgData name="Marleen van Gent" userId="S::marleen.vangent@ictu.nl::c623c999-295a-46fa-a596-08d581f84f87" providerId="AD" clId="Web-{C7704B29-28F7-4578-7EF3-D27FB843A507}" dt="2025-10-03T11:07:32.707" v="280" actId="1076"/>
          <ac:spMkLst>
            <pc:docMk/>
            <pc:sldMk cId="0" sldId="261"/>
            <ac:spMk id="11" creationId="{531D80FD-616A-DDB3-2C65-810B9325937D}"/>
          </ac:spMkLst>
        </pc:spChg>
        <pc:spChg chg="add mod">
          <ac:chgData name="Marleen van Gent" userId="S::marleen.vangent@ictu.nl::c623c999-295a-46fa-a596-08d581f84f87" providerId="AD" clId="Web-{C7704B29-28F7-4578-7EF3-D27FB843A507}" dt="2025-10-03T11:07:27.566" v="279" actId="1076"/>
          <ac:spMkLst>
            <pc:docMk/>
            <pc:sldMk cId="0" sldId="261"/>
            <ac:spMk id="18" creationId="{20AC4C57-B1FC-227C-99C4-2B124590758E}"/>
          </ac:spMkLst>
        </pc:spChg>
        <pc:picChg chg="mod">
          <ac:chgData name="Marleen van Gent" userId="S::marleen.vangent@ictu.nl::c623c999-295a-46fa-a596-08d581f84f87" providerId="AD" clId="Web-{C7704B29-28F7-4578-7EF3-D27FB843A507}" dt="2025-10-03T11:00:18.219" v="202" actId="1076"/>
          <ac:picMkLst>
            <pc:docMk/>
            <pc:sldMk cId="0" sldId="261"/>
            <ac:picMk id="9" creationId="{5B5F5854-65F7-F1C2-5175-48D78E749AD2}"/>
          </ac:picMkLst>
        </pc:picChg>
      </pc:sldChg>
      <pc:sldChg chg="addSp delSp ord">
        <pc:chgData name="Marleen van Gent" userId="S::marleen.vangent@ictu.nl::c623c999-295a-46fa-a596-08d581f84f87" providerId="AD" clId="Web-{C7704B29-28F7-4578-7EF3-D27FB843A507}" dt="2025-10-03T10:53:00.293" v="78"/>
        <pc:sldMkLst>
          <pc:docMk/>
          <pc:sldMk cId="0" sldId="263"/>
        </pc:sldMkLst>
        <pc:spChg chg="add">
          <ac:chgData name="Marleen van Gent" userId="S::marleen.vangent@ictu.nl::c623c999-295a-46fa-a596-08d581f84f87" providerId="AD" clId="Web-{C7704B29-28F7-4578-7EF3-D27FB843A507}" dt="2025-10-03T10:53:00.293" v="78"/>
          <ac:spMkLst>
            <pc:docMk/>
            <pc:sldMk cId="0" sldId="263"/>
            <ac:spMk id="6" creationId="{7FE0F54A-356B-1ADB-E69B-B9BDB7F3697D}"/>
          </ac:spMkLst>
        </pc:spChg>
      </pc:sldChg>
      <pc:sldChg chg="addSp delSp modSp">
        <pc:chgData name="Marleen van Gent" userId="S::marleen.vangent@ictu.nl::c623c999-295a-46fa-a596-08d581f84f87" providerId="AD" clId="Web-{C7704B29-28F7-4578-7EF3-D27FB843A507}" dt="2025-10-03T11:11:04.530" v="298" actId="20577"/>
        <pc:sldMkLst>
          <pc:docMk/>
          <pc:sldMk cId="0" sldId="264"/>
        </pc:sldMkLst>
        <pc:spChg chg="mod">
          <ac:chgData name="Marleen van Gent" userId="S::marleen.vangent@ictu.nl::c623c999-295a-46fa-a596-08d581f84f87" providerId="AD" clId="Web-{C7704B29-28F7-4578-7EF3-D27FB843A507}" dt="2025-10-03T11:07:44.379" v="281" actId="1076"/>
          <ac:spMkLst>
            <pc:docMk/>
            <pc:sldMk cId="0" sldId="264"/>
            <ac:spMk id="5" creationId="{00000000-0000-0000-0000-000000000000}"/>
          </ac:spMkLst>
        </pc:spChg>
        <pc:spChg chg="add">
          <ac:chgData name="Marleen van Gent" userId="S::marleen.vangent@ictu.nl::c623c999-295a-46fa-a596-08d581f84f87" providerId="AD" clId="Web-{C7704B29-28F7-4578-7EF3-D27FB843A507}" dt="2025-10-03T10:52:52.605" v="72"/>
          <ac:spMkLst>
            <pc:docMk/>
            <pc:sldMk cId="0" sldId="264"/>
            <ac:spMk id="7" creationId="{268CA84F-779C-4A1F-510C-EAF67540DFF3}"/>
          </ac:spMkLst>
        </pc:spChg>
        <pc:spChg chg="add mod">
          <ac:chgData name="Marleen van Gent" userId="S::marleen.vangent@ictu.nl::c623c999-295a-46fa-a596-08d581f84f87" providerId="AD" clId="Web-{C7704B29-28F7-4578-7EF3-D27FB843A507}" dt="2025-10-03T11:11:04.530" v="298" actId="20577"/>
          <ac:spMkLst>
            <pc:docMk/>
            <pc:sldMk cId="0" sldId="264"/>
            <ac:spMk id="9" creationId="{40F21942-A1B1-C1BA-C3DE-CDD95AB6F66F}"/>
          </ac:spMkLst>
        </pc:spChg>
      </pc:sldChg>
      <pc:sldChg chg="add replId">
        <pc:chgData name="Marleen van Gent" userId="S::marleen.vangent@ictu.nl::c623c999-295a-46fa-a596-08d581f84f87" providerId="AD" clId="Web-{C7704B29-28F7-4578-7EF3-D27FB843A507}" dt="2025-10-03T11:13:18.019" v="321"/>
        <pc:sldMkLst>
          <pc:docMk/>
          <pc:sldMk cId="4045295986" sldId="265"/>
        </pc:sldMkLst>
      </pc:sldChg>
    </pc:docChg>
  </pc:docChgLst>
  <pc:docChgLst>
    <pc:chgData name="Ingrid Verhage" userId="S::ingrid.verhage@ictu.nl::3cc15691-bf73-404a-8d18-0242a98f5995" providerId="AD" clId="Web-{187CD53C-DCBF-F598-37D1-B0FCA294A2F3}"/>
    <pc:docChg chg="modSld">
      <pc:chgData name="Ingrid Verhage" userId="S::ingrid.verhage@ictu.nl::3cc15691-bf73-404a-8d18-0242a98f5995" providerId="AD" clId="Web-{187CD53C-DCBF-F598-37D1-B0FCA294A2F3}" dt="2025-10-22T17:44:27.643" v="4" actId="20577"/>
      <pc:docMkLst>
        <pc:docMk/>
      </pc:docMkLst>
      <pc:sldChg chg="modSp">
        <pc:chgData name="Ingrid Verhage" userId="S::ingrid.verhage@ictu.nl::3cc15691-bf73-404a-8d18-0242a98f5995" providerId="AD" clId="Web-{187CD53C-DCBF-F598-37D1-B0FCA294A2F3}" dt="2025-10-22T17:44:27.643" v="4" actId="20577"/>
        <pc:sldMkLst>
          <pc:docMk/>
          <pc:sldMk cId="0" sldId="257"/>
        </pc:sldMkLst>
        <pc:spChg chg="mod">
          <ac:chgData name="Ingrid Verhage" userId="S::ingrid.verhage@ictu.nl::3cc15691-bf73-404a-8d18-0242a98f5995" providerId="AD" clId="Web-{187CD53C-DCBF-F598-37D1-B0FCA294A2F3}" dt="2025-10-22T17:44:27.643" v="4" actId="20577"/>
          <ac:spMkLst>
            <pc:docMk/>
            <pc:sldMk cId="0" sldId="257"/>
            <ac:spMk id="5" creationId="{00000000-0000-0000-0000-000000000000}"/>
          </ac:spMkLst>
        </pc:spChg>
      </pc:sldChg>
    </pc:docChg>
  </pc:docChgLst>
  <pc:docChgLst>
    <pc:chgData name="Marleen van Gent" userId="S::marleen.vangent@ictu.nl::c623c999-295a-46fa-a596-08d581f84f87" providerId="AD" clId="Web-{DCD29719-0A63-CD49-BB91-D00E61B706F1}"/>
    <pc:docChg chg="delSld modSld">
      <pc:chgData name="Marleen van Gent" userId="S::marleen.vangent@ictu.nl::c623c999-295a-46fa-a596-08d581f84f87" providerId="AD" clId="Web-{DCD29719-0A63-CD49-BB91-D00E61B706F1}" dt="2025-10-06T13:45:52.985" v="379" actId="20577"/>
      <pc:docMkLst>
        <pc:docMk/>
      </pc:docMkLst>
      <pc:sldChg chg="modSp">
        <pc:chgData name="Marleen van Gent" userId="S::marleen.vangent@ictu.nl::c623c999-295a-46fa-a596-08d581f84f87" providerId="AD" clId="Web-{DCD29719-0A63-CD49-BB91-D00E61B706F1}" dt="2025-10-06T13:32:16.841" v="144" actId="1076"/>
        <pc:sldMkLst>
          <pc:docMk/>
          <pc:sldMk cId="0" sldId="257"/>
        </pc:sldMkLst>
        <pc:spChg chg="mod">
          <ac:chgData name="Marleen van Gent" userId="S::marleen.vangent@ictu.nl::c623c999-295a-46fa-a596-08d581f84f87" providerId="AD" clId="Web-{DCD29719-0A63-CD49-BB91-D00E61B706F1}" dt="2025-10-06T13:32:13.279" v="143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Marleen van Gent" userId="S::marleen.vangent@ictu.nl::c623c999-295a-46fa-a596-08d581f84f87" providerId="AD" clId="Web-{DCD29719-0A63-CD49-BB91-D00E61B706F1}" dt="2025-10-06T13:32:16.841" v="144" actId="1076"/>
          <ac:spMkLst>
            <pc:docMk/>
            <pc:sldMk cId="0" sldId="257"/>
            <ac:spMk id="5" creationId="{00000000-0000-0000-0000-000000000000}"/>
          </ac:spMkLst>
        </pc:spChg>
      </pc:sldChg>
      <pc:sldChg chg="addSp modSp">
        <pc:chgData name="Marleen van Gent" userId="S::marleen.vangent@ictu.nl::c623c999-295a-46fa-a596-08d581f84f87" providerId="AD" clId="Web-{DCD29719-0A63-CD49-BB91-D00E61B706F1}" dt="2025-10-06T13:45:52.985" v="379" actId="20577"/>
        <pc:sldMkLst>
          <pc:docMk/>
          <pc:sldMk cId="0" sldId="258"/>
        </pc:sldMkLst>
        <pc:spChg chg="mod">
          <ac:chgData name="Marleen van Gent" userId="S::marleen.vangent@ictu.nl::c623c999-295a-46fa-a596-08d581f84f87" providerId="AD" clId="Web-{DCD29719-0A63-CD49-BB91-D00E61B706F1}" dt="2025-10-06T13:45:52.985" v="379" actId="20577"/>
          <ac:spMkLst>
            <pc:docMk/>
            <pc:sldMk cId="0" sldId="258"/>
            <ac:spMk id="4" creationId="{00000000-0000-0000-0000-000000000000}"/>
          </ac:spMkLst>
        </pc:spChg>
        <pc:spChg chg="add mod">
          <ac:chgData name="Marleen van Gent" userId="S::marleen.vangent@ictu.nl::c623c999-295a-46fa-a596-08d581f84f87" providerId="AD" clId="Web-{DCD29719-0A63-CD49-BB91-D00E61B706F1}" dt="2025-10-06T13:28:53.020" v="105" actId="1076"/>
          <ac:spMkLst>
            <pc:docMk/>
            <pc:sldMk cId="0" sldId="258"/>
            <ac:spMk id="6" creationId="{26DC1B4D-9373-15B7-3B46-29A2BDAF60C6}"/>
          </ac:spMkLst>
        </pc:spChg>
        <pc:spChg chg="mod">
          <ac:chgData name="Marleen van Gent" userId="S::marleen.vangent@ictu.nl::c623c999-295a-46fa-a596-08d581f84f87" providerId="AD" clId="Web-{DCD29719-0A63-CD49-BB91-D00E61B706F1}" dt="2025-10-06T13:21:09.631" v="86" actId="1076"/>
          <ac:spMkLst>
            <pc:docMk/>
            <pc:sldMk cId="0" sldId="258"/>
            <ac:spMk id="13" creationId="{B02CBF99-94FF-EBD9-B8FD-DCC4379E7184}"/>
          </ac:spMkLst>
        </pc:spChg>
      </pc:sldChg>
      <pc:sldChg chg="addSp modSp">
        <pc:chgData name="Marleen van Gent" userId="S::marleen.vangent@ictu.nl::c623c999-295a-46fa-a596-08d581f84f87" providerId="AD" clId="Web-{DCD29719-0A63-CD49-BB91-D00E61B706F1}" dt="2025-10-06T13:36:02.778" v="223" actId="20577"/>
        <pc:sldMkLst>
          <pc:docMk/>
          <pc:sldMk cId="0" sldId="259"/>
        </pc:sldMkLst>
        <pc:spChg chg="add mod">
          <ac:chgData name="Marleen van Gent" userId="S::marleen.vangent@ictu.nl::c623c999-295a-46fa-a596-08d581f84f87" providerId="AD" clId="Web-{DCD29719-0A63-CD49-BB91-D00E61B706F1}" dt="2025-10-06T13:28:22.703" v="99"/>
          <ac:spMkLst>
            <pc:docMk/>
            <pc:sldMk cId="0" sldId="259"/>
            <ac:spMk id="11" creationId="{E582B6A3-43AC-AD47-0437-147FF75BFE2C}"/>
          </ac:spMkLst>
        </pc:spChg>
        <pc:spChg chg="add mod">
          <ac:chgData name="Marleen van Gent" userId="S::marleen.vangent@ictu.nl::c623c999-295a-46fa-a596-08d581f84f87" providerId="AD" clId="Web-{DCD29719-0A63-CD49-BB91-D00E61B706F1}" dt="2025-10-06T13:34:25.538" v="167"/>
          <ac:spMkLst>
            <pc:docMk/>
            <pc:sldMk cId="0" sldId="259"/>
            <ac:spMk id="12" creationId="{83D7BCE3-6A25-F85D-B63C-8D548C85972D}"/>
          </ac:spMkLst>
        </pc:spChg>
        <pc:spChg chg="add mod">
          <ac:chgData name="Marleen van Gent" userId="S::marleen.vangent@ictu.nl::c623c999-295a-46fa-a596-08d581f84f87" providerId="AD" clId="Web-{DCD29719-0A63-CD49-BB91-D00E61B706F1}" dt="2025-10-06T13:36:02.778" v="223" actId="20577"/>
          <ac:spMkLst>
            <pc:docMk/>
            <pc:sldMk cId="0" sldId="259"/>
            <ac:spMk id="13" creationId="{5BC3B915-783C-4B68-B741-C9AA9E07F2FE}"/>
          </ac:spMkLst>
        </pc:spChg>
      </pc:sldChg>
      <pc:sldChg chg="addSp modSp">
        <pc:chgData name="Marleen van Gent" userId="S::marleen.vangent@ictu.nl::c623c999-295a-46fa-a596-08d581f84f87" providerId="AD" clId="Web-{DCD29719-0A63-CD49-BB91-D00E61B706F1}" dt="2025-10-06T13:28:30.907" v="101" actId="1076"/>
        <pc:sldMkLst>
          <pc:docMk/>
          <pc:sldMk cId="0" sldId="260"/>
        </pc:sldMkLst>
        <pc:spChg chg="add mod">
          <ac:chgData name="Marleen van Gent" userId="S::marleen.vangent@ictu.nl::c623c999-295a-46fa-a596-08d581f84f87" providerId="AD" clId="Web-{DCD29719-0A63-CD49-BB91-D00E61B706F1}" dt="2025-10-06T13:28:30.907" v="101" actId="1076"/>
          <ac:spMkLst>
            <pc:docMk/>
            <pc:sldMk cId="0" sldId="260"/>
            <ac:spMk id="6" creationId="{F2875B12-EC32-D414-C781-0249CE5263A1}"/>
          </ac:spMkLst>
        </pc:spChg>
      </pc:sldChg>
      <pc:sldChg chg="addSp delSp modSp">
        <pc:chgData name="Marleen van Gent" userId="S::marleen.vangent@ictu.nl::c623c999-295a-46fa-a596-08d581f84f87" providerId="AD" clId="Web-{DCD29719-0A63-CD49-BB91-D00E61B706F1}" dt="2025-10-06T13:37:33.922" v="232"/>
        <pc:sldMkLst>
          <pc:docMk/>
          <pc:sldMk cId="0" sldId="261"/>
        </pc:sldMkLst>
        <pc:spChg chg="add mod">
          <ac:chgData name="Marleen van Gent" userId="S::marleen.vangent@ictu.nl::c623c999-295a-46fa-a596-08d581f84f87" providerId="AD" clId="Web-{DCD29719-0A63-CD49-BB91-D00E61B706F1}" dt="2025-10-06T13:28:40.143" v="103" actId="1076"/>
          <ac:spMkLst>
            <pc:docMk/>
            <pc:sldMk cId="0" sldId="261"/>
            <ac:spMk id="6" creationId="{EBE6E158-750F-8B90-5E15-E045A87E767A}"/>
          </ac:spMkLst>
        </pc:spChg>
      </pc:sldChg>
      <pc:sldChg chg="addSp modSp">
        <pc:chgData name="Marleen van Gent" userId="S::marleen.vangent@ictu.nl::c623c999-295a-46fa-a596-08d581f84f87" providerId="AD" clId="Web-{DCD29719-0A63-CD49-BB91-D00E61B706F1}" dt="2025-10-06T13:35:00.853" v="174"/>
        <pc:sldMkLst>
          <pc:docMk/>
          <pc:sldMk cId="0" sldId="264"/>
        </pc:sldMkLst>
        <pc:spChg chg="add mod">
          <ac:chgData name="Marleen van Gent" userId="S::marleen.vangent@ictu.nl::c623c999-295a-46fa-a596-08d581f84f87" providerId="AD" clId="Web-{DCD29719-0A63-CD49-BB91-D00E61B706F1}" dt="2025-10-06T13:34:42.992" v="169" actId="1076"/>
          <ac:spMkLst>
            <pc:docMk/>
            <pc:sldMk cId="0" sldId="264"/>
            <ac:spMk id="6" creationId="{938205B2-7F00-F21A-117F-D47EBE2C4DB5}"/>
          </ac:spMkLst>
        </pc:spChg>
        <pc:spChg chg="add mod">
          <ac:chgData name="Marleen van Gent" userId="S::marleen.vangent@ictu.nl::c623c999-295a-46fa-a596-08d581f84f87" providerId="AD" clId="Web-{DCD29719-0A63-CD49-BB91-D00E61B706F1}" dt="2025-10-06T13:35:00.853" v="174"/>
          <ac:spMkLst>
            <pc:docMk/>
            <pc:sldMk cId="0" sldId="264"/>
            <ac:spMk id="10" creationId="{42355C08-800E-A0A4-213A-0BA9284D4941}"/>
          </ac:spMkLst>
        </pc:spChg>
      </pc:sldChg>
      <pc:sldChg chg="addSp modSp">
        <pc:chgData name="Marleen van Gent" userId="S::marleen.vangent@ictu.nl::c623c999-295a-46fa-a596-08d581f84f87" providerId="AD" clId="Web-{DCD29719-0A63-CD49-BB91-D00E61B706F1}" dt="2025-10-06T13:35:42.277" v="185" actId="1076"/>
        <pc:sldMkLst>
          <pc:docMk/>
          <pc:sldMk cId="4045295986" sldId="265"/>
        </pc:sldMkLst>
        <pc:spChg chg="add mod">
          <ac:chgData name="Marleen van Gent" userId="S::marleen.vangent@ictu.nl::c623c999-295a-46fa-a596-08d581f84f87" providerId="AD" clId="Web-{DCD29719-0A63-CD49-BB91-D00E61B706F1}" dt="2025-10-06T13:35:13.041" v="176" actId="1076"/>
          <ac:spMkLst>
            <pc:docMk/>
            <pc:sldMk cId="4045295986" sldId="265"/>
            <ac:spMk id="6" creationId="{6C882FF5-0B12-00BD-7010-067B26BCC6AC}"/>
          </ac:spMkLst>
        </pc:spChg>
        <pc:spChg chg="add mod">
          <ac:chgData name="Marleen van Gent" userId="S::marleen.vangent@ictu.nl::c623c999-295a-46fa-a596-08d581f84f87" providerId="AD" clId="Web-{DCD29719-0A63-CD49-BB91-D00E61B706F1}" dt="2025-10-06T13:35:16.838" v="178" actId="1076"/>
          <ac:spMkLst>
            <pc:docMk/>
            <pc:sldMk cId="4045295986" sldId="265"/>
            <ac:spMk id="9" creationId="{A7626310-F780-38CA-8851-6420982A9376}"/>
          </ac:spMkLst>
        </pc:spChg>
        <pc:spChg chg="add mod">
          <ac:chgData name="Marleen van Gent" userId="S::marleen.vangent@ictu.nl::c623c999-295a-46fa-a596-08d581f84f87" providerId="AD" clId="Web-{DCD29719-0A63-CD49-BB91-D00E61B706F1}" dt="2025-10-06T13:35:37.589" v="183"/>
          <ac:spMkLst>
            <pc:docMk/>
            <pc:sldMk cId="4045295986" sldId="265"/>
            <ac:spMk id="11" creationId="{E5922762-8897-0B69-AA4D-41E3A4DC6C3E}"/>
          </ac:spMkLst>
        </pc:spChg>
        <pc:spChg chg="add mod">
          <ac:chgData name="Marleen van Gent" userId="S::marleen.vangent@ictu.nl::c623c999-295a-46fa-a596-08d581f84f87" providerId="AD" clId="Web-{DCD29719-0A63-CD49-BB91-D00E61B706F1}" dt="2025-10-06T13:35:42.277" v="185" actId="1076"/>
          <ac:spMkLst>
            <pc:docMk/>
            <pc:sldMk cId="4045295986" sldId="265"/>
            <ac:spMk id="12" creationId="{147F0708-3764-388F-A6B6-E092D1725CFF}"/>
          </ac:spMkLst>
        </pc:spChg>
      </pc:sldChg>
    </pc:docChg>
  </pc:docChgLst>
  <pc:docChgLst>
    <pc:chgData name="Marleen van Gent" userId="S::marleen.vangent@ictu.nl::c623c999-295a-46fa-a596-08d581f84f87" providerId="AD" clId="Web-{3334179D-8036-DA21-6B99-C3DD20F8EE94}"/>
    <pc:docChg chg="addSld delSld modSld sldOrd">
      <pc:chgData name="Marleen van Gent" userId="S::marleen.vangent@ictu.nl::c623c999-295a-46fa-a596-08d581f84f87" providerId="AD" clId="Web-{3334179D-8036-DA21-6B99-C3DD20F8EE94}" dt="2025-10-01T12:03:20.910" v="532" actId="1076"/>
      <pc:docMkLst>
        <pc:docMk/>
      </pc:docMkLst>
      <pc:sldChg chg="addSp delSp modSp">
        <pc:chgData name="Marleen van Gent" userId="S::marleen.vangent@ictu.nl::c623c999-295a-46fa-a596-08d581f84f87" providerId="AD" clId="Web-{3334179D-8036-DA21-6B99-C3DD20F8EE94}" dt="2025-10-01T12:03:20.910" v="532" actId="1076"/>
        <pc:sldMkLst>
          <pc:docMk/>
          <pc:sldMk cId="0" sldId="256"/>
        </pc:sldMkLst>
        <pc:spChg chg="add mod">
          <ac:chgData name="Marleen van Gent" userId="S::marleen.vangent@ictu.nl::c623c999-295a-46fa-a596-08d581f84f87" providerId="AD" clId="Web-{3334179D-8036-DA21-6B99-C3DD20F8EE94}" dt="2025-10-01T12:03:20.910" v="532" actId="1076"/>
          <ac:spMkLst>
            <pc:docMk/>
            <pc:sldMk cId="0" sldId="256"/>
            <ac:spMk id="6" creationId="{30C16355-EF10-6BA2-91EE-7A0501EA7AC7}"/>
          </ac:spMkLst>
        </pc:spChg>
        <pc:spChg chg="mod">
          <ac:chgData name="Marleen van Gent" userId="S::marleen.vangent@ictu.nl::c623c999-295a-46fa-a596-08d581f84f87" providerId="AD" clId="Web-{3334179D-8036-DA21-6B99-C3DD20F8EE94}" dt="2025-10-01T10:59:27.143" v="1" actId="20577"/>
          <ac:spMkLst>
            <pc:docMk/>
            <pc:sldMk cId="0" sldId="256"/>
            <ac:spMk id="10" creationId="{00000000-0000-0000-0000-000000000000}"/>
          </ac:spMkLst>
        </pc:spChg>
        <pc:picChg chg="add mod">
          <ac:chgData name="Marleen van Gent" userId="S::marleen.vangent@ictu.nl::c623c999-295a-46fa-a596-08d581f84f87" providerId="AD" clId="Web-{3334179D-8036-DA21-6B99-C3DD20F8EE94}" dt="2025-10-01T11:00:11.070" v="7" actId="1076"/>
          <ac:picMkLst>
            <pc:docMk/>
            <pc:sldMk cId="0" sldId="256"/>
            <ac:picMk id="11" creationId="{43443C04-A42E-F3A5-E7D5-598000D3316E}"/>
          </ac:picMkLst>
        </pc:picChg>
      </pc:sldChg>
      <pc:sldChg chg="modSp">
        <pc:chgData name="Marleen van Gent" userId="S::marleen.vangent@ictu.nl::c623c999-295a-46fa-a596-08d581f84f87" providerId="AD" clId="Web-{3334179D-8036-DA21-6B99-C3DD20F8EE94}" dt="2025-10-01T11:59:09.794" v="518" actId="20577"/>
        <pc:sldMkLst>
          <pc:docMk/>
          <pc:sldMk cId="0" sldId="258"/>
        </pc:sldMkLst>
        <pc:spChg chg="mod">
          <ac:chgData name="Marleen van Gent" userId="S::marleen.vangent@ictu.nl::c623c999-295a-46fa-a596-08d581f84f87" providerId="AD" clId="Web-{3334179D-8036-DA21-6B99-C3DD20F8EE94}" dt="2025-10-01T11:59:09.794" v="518" actId="20577"/>
          <ac:spMkLst>
            <pc:docMk/>
            <pc:sldMk cId="0" sldId="258"/>
            <ac:spMk id="4" creationId="{00000000-0000-0000-0000-000000000000}"/>
          </ac:spMkLst>
        </pc:spChg>
        <pc:spChg chg="mod">
          <ac:chgData name="Marleen van Gent" userId="S::marleen.vangent@ictu.nl::c623c999-295a-46fa-a596-08d581f84f87" providerId="AD" clId="Web-{3334179D-8036-DA21-6B99-C3DD20F8EE94}" dt="2025-10-01T10:59:41.817" v="3" actId="20577"/>
          <ac:spMkLst>
            <pc:docMk/>
            <pc:sldMk cId="0" sldId="258"/>
            <ac:spMk id="5" creationId="{00000000-0000-0000-0000-000000000000}"/>
          </ac:spMkLst>
        </pc:spChg>
      </pc:sldChg>
      <pc:sldChg chg="addSp modSp">
        <pc:chgData name="Marleen van Gent" userId="S::marleen.vangent@ictu.nl::c623c999-295a-46fa-a596-08d581f84f87" providerId="AD" clId="Web-{3334179D-8036-DA21-6B99-C3DD20F8EE94}" dt="2025-10-01T11:29:59.013" v="30" actId="20577"/>
        <pc:sldMkLst>
          <pc:docMk/>
          <pc:sldMk cId="0" sldId="259"/>
        </pc:sldMkLst>
        <pc:spChg chg="mod">
          <ac:chgData name="Marleen van Gent" userId="S::marleen.vangent@ictu.nl::c623c999-295a-46fa-a596-08d581f84f87" providerId="AD" clId="Web-{3334179D-8036-DA21-6B99-C3DD20F8EE94}" dt="2025-10-01T11:29:59.013" v="30" actId="20577"/>
          <ac:spMkLst>
            <pc:docMk/>
            <pc:sldMk cId="0" sldId="259"/>
            <ac:spMk id="4" creationId="{00000000-0000-0000-0000-000000000000}"/>
          </ac:spMkLst>
        </pc:spChg>
        <pc:spChg chg="mod">
          <ac:chgData name="Marleen van Gent" userId="S::marleen.vangent@ictu.nl::c623c999-295a-46fa-a596-08d581f84f87" providerId="AD" clId="Web-{3334179D-8036-DA21-6B99-C3DD20F8EE94}" dt="2025-10-01T11:29:51.716" v="24" actId="20577"/>
          <ac:spMkLst>
            <pc:docMk/>
            <pc:sldMk cId="0" sldId="259"/>
            <ac:spMk id="5" creationId="{00000000-0000-0000-0000-000000000000}"/>
          </ac:spMkLst>
        </pc:spChg>
        <pc:spChg chg="mod">
          <ac:chgData name="Marleen van Gent" userId="S::marleen.vangent@ictu.nl::c623c999-295a-46fa-a596-08d581f84f87" providerId="AD" clId="Web-{3334179D-8036-DA21-6B99-C3DD20F8EE94}" dt="2025-10-01T11:29:55.185" v="27" actId="20577"/>
          <ac:spMkLst>
            <pc:docMk/>
            <pc:sldMk cId="0" sldId="259"/>
            <ac:spMk id="6" creationId="{00000000-0000-0000-0000-000000000000}"/>
          </ac:spMkLst>
        </pc:spChg>
        <pc:picChg chg="add mod modCrop">
          <ac:chgData name="Marleen van Gent" userId="S::marleen.vangent@ictu.nl::c623c999-295a-46fa-a596-08d581f84f87" providerId="AD" clId="Web-{3334179D-8036-DA21-6B99-C3DD20F8EE94}" dt="2025-10-01T11:01:04.417" v="21" actId="14100"/>
          <ac:picMkLst>
            <pc:docMk/>
            <pc:sldMk cId="0" sldId="259"/>
            <ac:picMk id="8" creationId="{6B3D161B-8F26-E24A-6B59-B010E6842366}"/>
          </ac:picMkLst>
        </pc:picChg>
      </pc:sldChg>
      <pc:sldChg chg="modSp">
        <pc:chgData name="Marleen van Gent" userId="S::marleen.vangent@ictu.nl::c623c999-295a-46fa-a596-08d581f84f87" providerId="AD" clId="Web-{3334179D-8036-DA21-6B99-C3DD20F8EE94}" dt="2025-10-01T11:49:06.229" v="314" actId="20577"/>
        <pc:sldMkLst>
          <pc:docMk/>
          <pc:sldMk cId="0" sldId="260"/>
        </pc:sldMkLst>
        <pc:spChg chg="mod">
          <ac:chgData name="Marleen van Gent" userId="S::marleen.vangent@ictu.nl::c623c999-295a-46fa-a596-08d581f84f87" providerId="AD" clId="Web-{3334179D-8036-DA21-6B99-C3DD20F8EE94}" dt="2025-10-01T11:49:06.229" v="314" actId="20577"/>
          <ac:spMkLst>
            <pc:docMk/>
            <pc:sldMk cId="0" sldId="260"/>
            <ac:spMk id="4" creationId="{00000000-0000-0000-0000-000000000000}"/>
          </ac:spMkLst>
        </pc:spChg>
      </pc:sldChg>
      <pc:sldChg chg="addSp delSp modSp">
        <pc:chgData name="Marleen van Gent" userId="S::marleen.vangent@ictu.nl::c623c999-295a-46fa-a596-08d581f84f87" providerId="AD" clId="Web-{3334179D-8036-DA21-6B99-C3DD20F8EE94}" dt="2025-10-01T11:48:57.104" v="307"/>
        <pc:sldMkLst>
          <pc:docMk/>
          <pc:sldMk cId="0" sldId="261"/>
        </pc:sldMkLst>
        <pc:spChg chg="mod">
          <ac:chgData name="Marleen van Gent" userId="S::marleen.vangent@ictu.nl::c623c999-295a-46fa-a596-08d581f84f87" providerId="AD" clId="Web-{3334179D-8036-DA21-6B99-C3DD20F8EE94}" dt="2025-10-01T11:44:37.943" v="119" actId="20577"/>
          <ac:spMkLst>
            <pc:docMk/>
            <pc:sldMk cId="0" sldId="261"/>
            <ac:spMk id="4" creationId="{00000000-0000-0000-0000-000000000000}"/>
          </ac:spMkLst>
        </pc:spChg>
        <pc:spChg chg="add mod">
          <ac:chgData name="Marleen van Gent" userId="S::marleen.vangent@ictu.nl::c623c999-295a-46fa-a596-08d581f84f87" providerId="AD" clId="Web-{3334179D-8036-DA21-6B99-C3DD20F8EE94}" dt="2025-10-01T11:48:17.604" v="300" actId="14100"/>
          <ac:spMkLst>
            <pc:docMk/>
            <pc:sldMk cId="0" sldId="261"/>
            <ac:spMk id="8" creationId="{4E5A8ACE-18E8-0407-413C-1B8306023788}"/>
          </ac:spMkLst>
        </pc:spChg>
        <pc:picChg chg="add mod">
          <ac:chgData name="Marleen van Gent" userId="S::marleen.vangent@ictu.nl::c623c999-295a-46fa-a596-08d581f84f87" providerId="AD" clId="Web-{3334179D-8036-DA21-6B99-C3DD20F8EE94}" dt="2025-10-01T11:48:57.104" v="307"/>
          <ac:picMkLst>
            <pc:docMk/>
            <pc:sldMk cId="0" sldId="261"/>
            <ac:picMk id="9" creationId="{5B5F5854-65F7-F1C2-5175-48D78E749AD2}"/>
          </ac:picMkLst>
        </pc:picChg>
      </pc:sldChg>
      <pc:sldChg chg="addSp delSp modSp ord">
        <pc:chgData name="Marleen van Gent" userId="S::marleen.vangent@ictu.nl::c623c999-295a-46fa-a596-08d581f84f87" providerId="AD" clId="Web-{3334179D-8036-DA21-6B99-C3DD20F8EE94}" dt="2025-10-01T11:58:30.401" v="516" actId="20577"/>
        <pc:sldMkLst>
          <pc:docMk/>
          <pc:sldMk cId="0" sldId="263"/>
        </pc:sldMkLst>
        <pc:spChg chg="mod">
          <ac:chgData name="Marleen van Gent" userId="S::marleen.vangent@ictu.nl::c623c999-295a-46fa-a596-08d581f84f87" providerId="AD" clId="Web-{3334179D-8036-DA21-6B99-C3DD20F8EE94}" dt="2025-10-01T11:58:30.401" v="516" actId="20577"/>
          <ac:spMkLst>
            <pc:docMk/>
            <pc:sldMk cId="0" sldId="263"/>
            <ac:spMk id="4" creationId="{00000000-0000-0000-0000-000000000000}"/>
          </ac:spMkLst>
        </pc:spChg>
        <pc:spChg chg="add mod">
          <ac:chgData name="Marleen van Gent" userId="S::marleen.vangent@ictu.nl::c623c999-295a-46fa-a596-08d581f84f87" providerId="AD" clId="Web-{3334179D-8036-DA21-6B99-C3DD20F8EE94}" dt="2025-10-01T11:50:02.746" v="327" actId="1076"/>
          <ac:spMkLst>
            <pc:docMk/>
            <pc:sldMk cId="0" sldId="263"/>
            <ac:spMk id="7" creationId="{132A8372-5B74-4997-C504-9AA69FFDE550}"/>
          </ac:spMkLst>
        </pc:spChg>
      </pc:sldChg>
      <pc:sldChg chg="modSp">
        <pc:chgData name="Marleen van Gent" userId="S::marleen.vangent@ictu.nl::c623c999-295a-46fa-a596-08d581f84f87" providerId="AD" clId="Web-{3334179D-8036-DA21-6B99-C3DD20F8EE94}" dt="2025-10-01T11:30:11.701" v="34" actId="20577"/>
        <pc:sldMkLst>
          <pc:docMk/>
          <pc:sldMk cId="0" sldId="264"/>
        </pc:sldMkLst>
        <pc:spChg chg="mod">
          <ac:chgData name="Marleen van Gent" userId="S::marleen.vangent@ictu.nl::c623c999-295a-46fa-a596-08d581f84f87" providerId="AD" clId="Web-{3334179D-8036-DA21-6B99-C3DD20F8EE94}" dt="2025-10-01T11:30:11.701" v="34" actId="20577"/>
          <ac:spMkLst>
            <pc:docMk/>
            <pc:sldMk cId="0" sldId="264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ictubeheer.sharepoint.com/:w:/r/teams/Project_ProgrammaLevensgebeurtenissen/Besloten/Ik%20ben%20nabestaande%20geworden/01B%20Actielijn%20Adressering%20post/Verkenning%20adressering%20post/RDW/Brieven/S-1713%20Be%C3%ABindigen%20tenaamstelling%206%20maanden%20na%20overlijden%20-%20brief%203.docx?d=w89c0ab11c3a4419aa4250cd4b2e638ab&amp;csf=1&amp;web=1&amp;e=AycbTl" TargetMode="External"/><Relationship Id="rId3" Type="http://schemas.openxmlformats.org/officeDocument/2006/relationships/image" Target="../media/image6.svg"/><Relationship Id="rId7" Type="http://schemas.openxmlformats.org/officeDocument/2006/relationships/hyperlink" Target="https://ictubeheer.sharepoint.com/:w:/r/teams/Project_ProgrammaLevensgebeurtenissen/Besloten/Ik%20ben%20nabestaande%20geworden/01B%20Actielijn%20Adressering%20post/Verkenning%20adressering%20post/RDW/Brieven/S-1712%20Herinnering%20overschrijven%20na%20overlijden%20-%20brief%202.docx?d=w0270e687390044a39209f404bdb12528&amp;csf=1&amp;web=1&amp;e=gKbMaz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hyperlink" Target="https://ictubeheer.sharepoint.com/:w:/r/teams/Project_ProgrammaLevensgebeurtenissen/Besloten/Ik%20ben%20nabestaande%20geworden/01B%20Actielijn%20Adressering%20post/Verkenning%20adressering%20post/RDW/Brieven/S-0068%20Overschrijven%20kentekenbewijs%20na%20overlijden%20S%200068.docx?d=weed9e0bd67864dff9087a34afa5061f5&amp;csf=1&amp;web=1&amp;e=1i1yRz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hyperlink" Target="https://ictubeheer.sharepoint.com/:w:/r/teams/Project_ProgrammaLevensgebeurtenissen/Besloten/Ik%20ben%20nabestaande%20geworden/01B%20Actielijn%20Adressering%20post/Verkenning%20adressering%20post/SVB/Brief/1908ABN.docx?d=w35a61757529c42698562a839ebb2971b&amp;csf=1&amp;web=1&amp;e=hjDH0Z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5.svg"/><Relationship Id="rId7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hyperlink" Target="https://ictubeheer.sharepoint.com/:i:/r/teams/Project_ProgrammaLevensgebeurtenissen/Besloten/Ik%20ben%20nabestaande%20geworden/01B%20Actielijn%20Adressering%20post/Verkenning%20adressering%20post/CAK/Onderzoeken%20van%20het%20CAK/Brieven%20uit%20de%20onderzoeken/wlz%20factuur.png?csf=1&amp;web=1&amp;e=xTRAPX" TargetMode="External"/><Relationship Id="rId4" Type="http://schemas.openxmlformats.org/officeDocument/2006/relationships/image" Target="../media/image1.png"/><Relationship Id="rId9" Type="http://schemas.openxmlformats.org/officeDocument/2006/relationships/hyperlink" Target="https://ictubeheer.sharepoint.com/:i:/r/teams/Project_ProgrammaLevensgebeurtenissen/Besloten/Ik%20ben%20nabestaande%20geworden/01B%20Actielijn%20Adressering%20post/Verkenning%20adressering%20post/CAK/Onderzoeken%20van%20het%20CAK/Brieven%20uit%20de%20onderzoeken/brief%20wlz%20condoleance.png?csf=1&amp;web=1&amp;e=UqhSgV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hyperlink" Target="https://ictubeheer.sharepoint.com/:w:/r/teams/Project_ProgrammaLevensgebeurtenissen/Besloten/Ik%20ben%20nabestaande%20geworden/01B%20Actielijn%20Adressering%20post/printen%20-%20sessie%20LG%20sep/feedback%20van%20nabestaanden%20(via%20social%20media).docx?d=w76bac563d2024b1bbe3fbfffc88a5334&amp;csf=1&amp;web=1&amp;e=xczbZW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ictubeheer.sharepoint.com/:w:/r/teams/Project_ProgrammaLevensgebeurtenissen/Besloten/Ik%20ben%20nabestaande%20geworden/01B%20Actielijn%20Adressering%20post/printen%20-%20sessie%20LG%20sep/feedback%20van%20nabestaanden%20(via%20social%20media).docx?d=w76bac563d2024b1bbe3fbfffc88a5334&amp;csf=1&amp;web=1&amp;e=xczbZW" TargetMode="External"/><Relationship Id="rId3" Type="http://schemas.openxmlformats.org/officeDocument/2006/relationships/image" Target="../media/image19.svg"/><Relationship Id="rId7" Type="http://schemas.openxmlformats.org/officeDocument/2006/relationships/hyperlink" Target="https://ictubeheer.sharepoint.com/:b:/r/teams/Project_ProgrammaLevensgebeurtenissen/Besloten/Ik%20ben%20nabestaande%20geworden/01B%20Actielijn%20Adressering%20post/Verkenning%20adressering%20post/Belastingdienst/Ervenbrief_AL780_DYN_Contactpersonen%20Nabestaanden_versie%2001-08-2025.pdf?csf=1&amp;web=1&amp;e=grbbSd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7" Type="http://schemas.openxmlformats.org/officeDocument/2006/relationships/hyperlink" Target="https://ictubeheer.sharepoint.com/:i:/r/teams/Project_ProgrammaLevensgebeurtenissen/Besloten/Ik%20ben%20nabestaande%20geworden/01B%20Actielijn%20Adressering%20post/Verkenning%20adressering%20post/Gemeenten/burger_voorbeeld_gemeente_parkeervergunning.png?csf=1&amp;web=1&amp;e=SiyFkf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ictubeheer.sharepoint.com/:b:/r/teams/Project_ProgrammaLevensgebeurtenissen/Besloten/Ik%20ben%20nabestaande%20geworden/01B%20Actielijn%20Adressering%20post/Verkenning%20adressering%20post/Gemeenten/voorbeeldbrief_aan_nabestaanden.pdf?csf=1&amp;web=1&amp;e=yz6UNP" TargetMode="Externa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hyperlink" Target="https://www.maxmeldpunt.nl/belasting/mijn-moeder-is-overleden-waarom-moet-ik-haar-waterschapsbelasting-betale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396230" y="1271604"/>
            <a:ext cx="1681759" cy="782422"/>
          </a:xfrm>
          <a:custGeom>
            <a:avLst/>
            <a:gdLst/>
            <a:ahLst/>
            <a:cxnLst/>
            <a:rect l="l" t="t" r="r" b="b"/>
            <a:pathLst>
              <a:path w="1681759" h="782422">
                <a:moveTo>
                  <a:pt x="0" y="0"/>
                </a:moveTo>
                <a:lnTo>
                  <a:pt x="1681760" y="0"/>
                </a:lnTo>
                <a:lnTo>
                  <a:pt x="1681760" y="782422"/>
                </a:lnTo>
                <a:lnTo>
                  <a:pt x="0" y="7824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93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517370" y="1321852"/>
            <a:ext cx="1714897" cy="782422"/>
          </a:xfrm>
          <a:custGeom>
            <a:avLst/>
            <a:gdLst/>
            <a:ahLst/>
            <a:cxnLst/>
            <a:rect l="l" t="t" r="r" b="b"/>
            <a:pathLst>
              <a:path w="1714897" h="782422">
                <a:moveTo>
                  <a:pt x="0" y="0"/>
                </a:moveTo>
                <a:lnTo>
                  <a:pt x="1714897" y="0"/>
                </a:lnTo>
                <a:lnTo>
                  <a:pt x="1714897" y="782422"/>
                </a:lnTo>
                <a:lnTo>
                  <a:pt x="0" y="7824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674988" y="1221356"/>
            <a:ext cx="2636568" cy="983414"/>
          </a:xfrm>
          <a:custGeom>
            <a:avLst/>
            <a:gdLst/>
            <a:ahLst/>
            <a:cxnLst/>
            <a:rect l="l" t="t" r="r" b="b"/>
            <a:pathLst>
              <a:path w="2636568" h="983414">
                <a:moveTo>
                  <a:pt x="0" y="0"/>
                </a:moveTo>
                <a:lnTo>
                  <a:pt x="2636568" y="0"/>
                </a:lnTo>
                <a:lnTo>
                  <a:pt x="2636568" y="983414"/>
                </a:lnTo>
                <a:lnTo>
                  <a:pt x="0" y="9834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514874" y="1271604"/>
            <a:ext cx="1499648" cy="882918"/>
          </a:xfrm>
          <a:custGeom>
            <a:avLst/>
            <a:gdLst/>
            <a:ahLst/>
            <a:cxnLst/>
            <a:rect l="l" t="t" r="r" b="b"/>
            <a:pathLst>
              <a:path w="1499648" h="882918">
                <a:moveTo>
                  <a:pt x="0" y="0"/>
                </a:moveTo>
                <a:lnTo>
                  <a:pt x="1499648" y="0"/>
                </a:lnTo>
                <a:lnTo>
                  <a:pt x="1499648" y="882918"/>
                </a:lnTo>
                <a:lnTo>
                  <a:pt x="0" y="8829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076388" y="4922276"/>
            <a:ext cx="5189151" cy="5364724"/>
          </a:xfrm>
          <a:custGeom>
            <a:avLst/>
            <a:gdLst/>
            <a:ahLst/>
            <a:cxnLst/>
            <a:rect l="l" t="t" r="r" b="b"/>
            <a:pathLst>
              <a:path w="5189151" h="5364724">
                <a:moveTo>
                  <a:pt x="0" y="0"/>
                </a:moveTo>
                <a:lnTo>
                  <a:pt x="5189151" y="0"/>
                </a:lnTo>
                <a:lnTo>
                  <a:pt x="5189151" y="5364724"/>
                </a:lnTo>
                <a:lnTo>
                  <a:pt x="0" y="53647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586068" y="4922276"/>
            <a:ext cx="5729317" cy="5364724"/>
          </a:xfrm>
          <a:custGeom>
            <a:avLst/>
            <a:gdLst/>
            <a:ahLst/>
            <a:cxnLst/>
            <a:rect l="l" t="t" r="r" b="b"/>
            <a:pathLst>
              <a:path w="5729317" h="5364724">
                <a:moveTo>
                  <a:pt x="0" y="0"/>
                </a:moveTo>
                <a:lnTo>
                  <a:pt x="5729317" y="0"/>
                </a:lnTo>
                <a:lnTo>
                  <a:pt x="5729317" y="5364724"/>
                </a:lnTo>
                <a:lnTo>
                  <a:pt x="0" y="53647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049861" y="2734506"/>
            <a:ext cx="8431357" cy="1758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54"/>
              </a:lnSpc>
              <a:spcBef>
                <a:spcPct val="0"/>
              </a:spcBef>
            </a:pPr>
            <a:r>
              <a:rPr lang="en-US" sz="10324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Truus &amp; Cees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43295" y="1418322"/>
            <a:ext cx="1625023" cy="431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400" b="1" err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Gemeente</a:t>
            </a:r>
            <a:endParaRPr lang="en-US" sz="2400" b="1" err="1">
              <a:solidFill>
                <a:srgbClr val="000000"/>
              </a:solidFill>
              <a:latin typeface="DM Sans Bold"/>
              <a:ea typeface="DM Sans Bold"/>
              <a:cs typeface="DM Sans Bold"/>
            </a:endParaRPr>
          </a:p>
        </p:txBody>
      </p:sp>
      <p:pic>
        <p:nvPicPr>
          <p:cNvPr id="11" name="Picture 10" descr="RDW Logo PNG Vector (SVG) Free Download">
            <a:extLst>
              <a:ext uri="{FF2B5EF4-FFF2-40B4-BE49-F238E27FC236}">
                <a16:creationId xmlns:a16="http://schemas.microsoft.com/office/drawing/2014/main" id="{43443C04-A42E-F3A5-E7D5-598000D3316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633828" y="898780"/>
            <a:ext cx="1909986" cy="1899303"/>
          </a:xfrm>
          <a:prstGeom prst="rect">
            <a:avLst/>
          </a:prstGeom>
        </p:spPr>
      </p:pic>
      <p:sp>
        <p:nvSpPr>
          <p:cNvPr id="6" name="TextBox 10">
            <a:extLst>
              <a:ext uri="{FF2B5EF4-FFF2-40B4-BE49-F238E27FC236}">
                <a16:creationId xmlns:a16="http://schemas.microsoft.com/office/drawing/2014/main" id="{30C16355-EF10-6BA2-91EE-7A0501EA7AC7}"/>
              </a:ext>
            </a:extLst>
          </p:cNvPr>
          <p:cNvSpPr txBox="1"/>
          <p:nvPr/>
        </p:nvSpPr>
        <p:spPr>
          <a:xfrm>
            <a:off x="14946333" y="1409309"/>
            <a:ext cx="2579934" cy="4230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400" b="1" err="1">
                <a:solidFill>
                  <a:srgbClr val="000000"/>
                </a:solidFill>
                <a:latin typeface="DM Sans Bold"/>
                <a:sym typeface="DM Sans Bold"/>
              </a:rPr>
              <a:t>Waterschap</a:t>
            </a:r>
            <a:endParaRPr lang="en-US" err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39770" y="4922276"/>
            <a:ext cx="5189151" cy="5364724"/>
          </a:xfrm>
          <a:custGeom>
            <a:avLst/>
            <a:gdLst/>
            <a:ahLst/>
            <a:cxnLst/>
            <a:rect l="l" t="t" r="r" b="b"/>
            <a:pathLst>
              <a:path w="5189151" h="5364724">
                <a:moveTo>
                  <a:pt x="0" y="0"/>
                </a:moveTo>
                <a:lnTo>
                  <a:pt x="5189151" y="0"/>
                </a:lnTo>
                <a:lnTo>
                  <a:pt x="5189151" y="5364724"/>
                </a:lnTo>
                <a:lnTo>
                  <a:pt x="0" y="5364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396559" y="4922276"/>
            <a:ext cx="5729317" cy="5364724"/>
          </a:xfrm>
          <a:custGeom>
            <a:avLst/>
            <a:gdLst/>
            <a:ahLst/>
            <a:cxnLst/>
            <a:rect l="l" t="t" r="r" b="b"/>
            <a:pathLst>
              <a:path w="5729317" h="5364724">
                <a:moveTo>
                  <a:pt x="0" y="0"/>
                </a:moveTo>
                <a:lnTo>
                  <a:pt x="5729317" y="0"/>
                </a:lnTo>
                <a:lnTo>
                  <a:pt x="5729317" y="5364724"/>
                </a:lnTo>
                <a:lnTo>
                  <a:pt x="0" y="53647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9697245" y="433039"/>
            <a:ext cx="7140365" cy="42735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Situatie</a:t>
            </a:r>
            <a:r>
              <a:rPr lang="en-US" sz="30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Cees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72 </a:t>
            </a:r>
            <a:r>
              <a:rPr lang="en-US" sz="30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jaar</a:t>
            </a:r>
            <a:endParaRPr lang="en-US" sz="3000" err="1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getrouwd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met Truus</a:t>
            </a:r>
            <a:endParaRPr lang="en-US" sz="30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ontving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25k </a:t>
            </a:r>
            <a:r>
              <a:rPr lang="en-US" sz="30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aan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AOW per </a:t>
            </a:r>
            <a:r>
              <a:rPr lang="en-US" sz="30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jaar</a:t>
            </a:r>
            <a:endParaRPr lang="en-US" sz="3000" err="1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opgenomen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in </a:t>
            </a:r>
            <a:r>
              <a:rPr lang="en-US" sz="30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verzorgingstehuis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lang="en-US" sz="30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Overleden</a:t>
            </a:r>
            <a:endParaRPr lang="en-US" sz="3000" err="1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Cees </a:t>
            </a:r>
            <a:r>
              <a:rPr lang="en-US" sz="30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staat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nu </a:t>
            </a:r>
            <a:r>
              <a:rPr lang="en-US" sz="30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ingeschreven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 in het </a:t>
            </a:r>
            <a:r>
              <a:rPr lang="en-US" sz="30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verzorgingstehuis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47517" y="433039"/>
            <a:ext cx="7154393" cy="3196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Situatie</a:t>
            </a:r>
            <a:r>
              <a:rPr lang="en-US" sz="30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Truus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62 </a:t>
            </a:r>
            <a:r>
              <a:rPr lang="en-US" sz="30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jaar</a:t>
            </a:r>
            <a:endParaRPr lang="en-US" sz="3000" err="1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getrouwd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met Cees</a:t>
            </a:r>
            <a:endParaRPr lang="en-US" sz="30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inkomen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van 25k per </a:t>
            </a:r>
            <a:r>
              <a:rPr lang="en-US" sz="30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jaar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lang="en-US" sz="30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marL="647700" lvl="1" indent="-323850">
              <a:lnSpc>
                <a:spcPts val="4200"/>
              </a:lnSpc>
              <a:buFont typeface="Arial"/>
              <a:buChar char="•"/>
            </a:pPr>
            <a:r>
              <a:rPr lang="en-US" sz="30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Ontvangt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0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huurtoeslag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0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0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zorgtoeslag</a:t>
            </a:r>
            <a:endParaRPr lang="en-US" sz="3000" err="1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842" y="4922276"/>
            <a:ext cx="5189151" cy="5364724"/>
          </a:xfrm>
          <a:custGeom>
            <a:avLst/>
            <a:gdLst/>
            <a:ahLst/>
            <a:cxnLst/>
            <a:rect l="l" t="t" r="r" b="b"/>
            <a:pathLst>
              <a:path w="5189151" h="5364724">
                <a:moveTo>
                  <a:pt x="0" y="0"/>
                </a:moveTo>
                <a:lnTo>
                  <a:pt x="5189151" y="0"/>
                </a:lnTo>
                <a:lnTo>
                  <a:pt x="5189151" y="5364724"/>
                </a:lnTo>
                <a:lnTo>
                  <a:pt x="0" y="5364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484960" y="581583"/>
            <a:ext cx="3373799" cy="4114800"/>
          </a:xfrm>
          <a:custGeom>
            <a:avLst/>
            <a:gdLst/>
            <a:ahLst/>
            <a:cxnLst/>
            <a:rect l="l" t="t" r="r" b="b"/>
            <a:pathLst>
              <a:path w="3373799" h="4114800">
                <a:moveTo>
                  <a:pt x="0" y="0"/>
                </a:moveTo>
                <a:lnTo>
                  <a:pt x="3373800" y="0"/>
                </a:lnTo>
                <a:lnTo>
                  <a:pt x="3373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637078" y="922735"/>
            <a:ext cx="8246666" cy="26602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400" b="1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Informatiebrief</a:t>
            </a:r>
            <a:r>
              <a:rPr lang="en-US" sz="24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op naam </a:t>
            </a:r>
            <a:r>
              <a:rPr lang="en-US" sz="2400" b="1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zetten</a:t>
            </a:r>
            <a:r>
              <a:rPr lang="en-US" sz="24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2400" b="1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voertuig</a:t>
            </a:r>
            <a:endParaRPr lang="en-US" sz="2400" b="1" err="1">
              <a:solidFill>
                <a:srgbClr val="000000"/>
              </a:solidFill>
              <a:latin typeface="Open Sans Bold"/>
              <a:ea typeface="Open Sans Bold"/>
              <a:cs typeface="Open Sans Bold"/>
            </a:endParaRPr>
          </a:p>
          <a:p>
            <a:pPr algn="ctr">
              <a:lnSpc>
                <a:spcPts val="3500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7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dagen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na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overlijden</a:t>
            </a:r>
            <a:endParaRPr lang="en-US" sz="2400" err="1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3500"/>
              </a:lnSpc>
            </a:pP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Algemene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aanhef</a:t>
            </a:r>
            <a:endParaRPr lang="en-US" sz="2400" err="1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3500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“Beste erven van ...[naam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overledene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]”</a:t>
            </a:r>
            <a:endParaRPr lang="en-US" sz="24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Adres van Cees (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verzorgingstehuis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  <a:endParaRPr lang="en-US" sz="24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3500"/>
              </a:lnSpc>
              <a:spcBef>
                <a:spcPct val="0"/>
              </a:spcBef>
            </a:pPr>
            <a:endParaRPr lang="en-US" sz="24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793376" y="7075316"/>
            <a:ext cx="8186850" cy="26602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400" b="1" err="1">
                <a:solidFill>
                  <a:srgbClr val="000000">
                    <a:alpha val="24706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Beëindiging</a:t>
            </a:r>
            <a:r>
              <a:rPr lang="en-US" sz="2400" b="1">
                <a:solidFill>
                  <a:srgbClr val="000000">
                    <a:alpha val="24706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2400" b="1" err="1">
                <a:solidFill>
                  <a:srgbClr val="000000">
                    <a:alpha val="24706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tenaamstelling</a:t>
            </a:r>
            <a:r>
              <a:rPr lang="en-US" sz="2400" b="1">
                <a:solidFill>
                  <a:srgbClr val="000000">
                    <a:alpha val="24706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brief</a:t>
            </a:r>
            <a:endParaRPr lang="en-US" sz="2400" b="1">
              <a:solidFill>
                <a:srgbClr val="000000">
                  <a:alpha val="24706"/>
                </a:srgbClr>
              </a:solidFill>
              <a:latin typeface="Open Sans Bold"/>
              <a:ea typeface="Open Sans Bold"/>
              <a:cs typeface="Open Sans Bold"/>
            </a:endParaRPr>
          </a:p>
          <a:p>
            <a:pPr algn="ctr">
              <a:lnSpc>
                <a:spcPts val="3500"/>
              </a:lnSpc>
            </a:pPr>
            <a:r>
              <a:rPr lang="en-US" sz="2400" err="1">
                <a:solidFill>
                  <a:srgbClr val="000000">
                    <a:alpha val="24706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zes</a:t>
            </a:r>
            <a:r>
              <a:rPr lang="en-US" sz="2400">
                <a:solidFill>
                  <a:srgbClr val="000000">
                    <a:alpha val="24706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err="1">
                <a:solidFill>
                  <a:srgbClr val="000000">
                    <a:alpha val="24706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maanden</a:t>
            </a:r>
            <a:r>
              <a:rPr lang="en-US" sz="2400">
                <a:solidFill>
                  <a:srgbClr val="000000">
                    <a:alpha val="24706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err="1">
                <a:solidFill>
                  <a:srgbClr val="000000">
                    <a:alpha val="24706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na</a:t>
            </a:r>
            <a:r>
              <a:rPr lang="en-US" sz="2400">
                <a:solidFill>
                  <a:srgbClr val="000000">
                    <a:alpha val="24706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err="1">
                <a:solidFill>
                  <a:srgbClr val="000000">
                    <a:alpha val="24706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overlijden</a:t>
            </a:r>
            <a:r>
              <a:rPr lang="en-US" sz="2400">
                <a:solidFill>
                  <a:srgbClr val="000000">
                    <a:alpha val="24706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400" err="1">
                <a:solidFill>
                  <a:srgbClr val="000000">
                    <a:alpha val="24706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mits</a:t>
            </a:r>
            <a:r>
              <a:rPr lang="en-US" sz="2400">
                <a:solidFill>
                  <a:srgbClr val="000000">
                    <a:alpha val="24706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err="1">
                <a:solidFill>
                  <a:srgbClr val="000000">
                    <a:alpha val="24706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voertuig</a:t>
            </a:r>
            <a:endParaRPr lang="en-US" sz="2400" err="1">
              <a:solidFill>
                <a:srgbClr val="000000">
                  <a:alpha val="24706"/>
                </a:srgbClr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3500"/>
              </a:lnSpc>
            </a:pPr>
            <a:r>
              <a:rPr lang="en-US" sz="2400" err="1">
                <a:solidFill>
                  <a:srgbClr val="000000">
                    <a:alpha val="24706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nog</a:t>
            </a:r>
            <a:r>
              <a:rPr lang="en-US" sz="2400">
                <a:solidFill>
                  <a:srgbClr val="000000">
                    <a:alpha val="24706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err="1">
                <a:solidFill>
                  <a:srgbClr val="000000">
                    <a:alpha val="24706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niet</a:t>
            </a:r>
            <a:r>
              <a:rPr lang="en-US" sz="2400">
                <a:solidFill>
                  <a:srgbClr val="000000">
                    <a:alpha val="24706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is </a:t>
            </a:r>
            <a:r>
              <a:rPr lang="en-US" sz="2400" err="1">
                <a:solidFill>
                  <a:srgbClr val="000000">
                    <a:alpha val="24706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overgeschreven</a:t>
            </a:r>
            <a:endParaRPr lang="en-US" sz="2400" err="1">
              <a:solidFill>
                <a:srgbClr val="000000">
                  <a:alpha val="24706"/>
                </a:srgbClr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3500"/>
              </a:lnSpc>
            </a:pPr>
            <a:r>
              <a:rPr lang="en-US" sz="2400" err="1">
                <a:solidFill>
                  <a:srgbClr val="000000">
                    <a:alpha val="24706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Algemene</a:t>
            </a:r>
            <a:r>
              <a:rPr lang="en-US" sz="2400">
                <a:solidFill>
                  <a:srgbClr val="000000">
                    <a:alpha val="24706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err="1">
                <a:solidFill>
                  <a:srgbClr val="000000">
                    <a:alpha val="24706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aanhef</a:t>
            </a:r>
            <a:endParaRPr lang="en-US" sz="2400" err="1">
              <a:solidFill>
                <a:srgbClr val="000000">
                  <a:alpha val="24706"/>
                </a:srgbClr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3500"/>
              </a:lnSpc>
            </a:pPr>
            <a:r>
              <a:rPr lang="en-US" sz="2400">
                <a:solidFill>
                  <a:srgbClr val="000000">
                    <a:alpha val="24706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“Beste erven van [naam </a:t>
            </a:r>
            <a:r>
              <a:rPr lang="en-US" sz="2400" err="1">
                <a:solidFill>
                  <a:srgbClr val="000000">
                    <a:alpha val="24706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overledene</a:t>
            </a:r>
            <a:r>
              <a:rPr lang="en-US" sz="2400">
                <a:solidFill>
                  <a:srgbClr val="000000">
                    <a:alpha val="24706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]”</a:t>
            </a:r>
            <a:endParaRPr lang="en-US" sz="2400">
              <a:solidFill>
                <a:srgbClr val="000000">
                  <a:alpha val="24706"/>
                </a:srgbClr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400">
                <a:solidFill>
                  <a:srgbClr val="000000">
                    <a:alpha val="24706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Adres </a:t>
            </a:r>
            <a:r>
              <a:rPr lang="en-US" sz="2400" err="1">
                <a:solidFill>
                  <a:srgbClr val="000000">
                    <a:alpha val="24706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overledene</a:t>
            </a:r>
            <a:r>
              <a:rPr lang="en-US" sz="2400">
                <a:solidFill>
                  <a:srgbClr val="000000">
                    <a:alpha val="24706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+ </a:t>
            </a:r>
            <a:r>
              <a:rPr lang="en-US" sz="2400" err="1">
                <a:solidFill>
                  <a:srgbClr val="000000">
                    <a:alpha val="24706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ervenadres</a:t>
            </a:r>
            <a:r>
              <a:rPr lang="en-US" sz="2400">
                <a:solidFill>
                  <a:srgbClr val="000000">
                    <a:alpha val="24706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BD</a:t>
            </a:r>
            <a:endParaRPr lang="en-US" sz="2400">
              <a:solidFill>
                <a:srgbClr val="000000">
                  <a:alpha val="24706"/>
                </a:srgbClr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788260" y="3873351"/>
            <a:ext cx="8252034" cy="26602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400" b="1" err="1">
                <a:solidFill>
                  <a:srgbClr val="000000">
                    <a:alpha val="49804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Herinneringsbrief</a:t>
            </a:r>
            <a:r>
              <a:rPr lang="en-US" sz="2400" b="1">
                <a:solidFill>
                  <a:srgbClr val="000000">
                    <a:alpha val="49804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endParaRPr lang="en-US" sz="2400" b="1">
              <a:solidFill>
                <a:srgbClr val="000000">
                  <a:alpha val="49804"/>
                </a:srgbClr>
              </a:solidFill>
              <a:latin typeface="Open Sans Bold"/>
              <a:ea typeface="Open Sans Bold"/>
              <a:cs typeface="Open Sans Bold"/>
            </a:endParaRPr>
          </a:p>
          <a:p>
            <a:pPr algn="ctr">
              <a:lnSpc>
                <a:spcPts val="3500"/>
              </a:lnSpc>
            </a:pPr>
            <a:r>
              <a:rPr lang="en-US" sz="2400" err="1">
                <a:solidFill>
                  <a:srgbClr val="000000">
                    <a:alpha val="49804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drie</a:t>
            </a:r>
            <a:r>
              <a:rPr lang="en-US" sz="2400">
                <a:solidFill>
                  <a:srgbClr val="000000">
                    <a:alpha val="49804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err="1">
                <a:solidFill>
                  <a:srgbClr val="000000">
                    <a:alpha val="49804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maanden</a:t>
            </a:r>
            <a:r>
              <a:rPr lang="en-US" sz="2400">
                <a:solidFill>
                  <a:srgbClr val="000000">
                    <a:alpha val="49804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err="1">
                <a:solidFill>
                  <a:srgbClr val="000000">
                    <a:alpha val="49804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na</a:t>
            </a:r>
            <a:r>
              <a:rPr lang="en-US" sz="2400">
                <a:solidFill>
                  <a:srgbClr val="000000">
                    <a:alpha val="49804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err="1">
                <a:solidFill>
                  <a:srgbClr val="000000">
                    <a:alpha val="49804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overlijden</a:t>
            </a:r>
            <a:r>
              <a:rPr lang="en-US" sz="2400">
                <a:solidFill>
                  <a:srgbClr val="000000">
                    <a:alpha val="49804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endParaRPr lang="en-US" sz="2400">
              <a:solidFill>
                <a:srgbClr val="000000">
                  <a:alpha val="49804"/>
                </a:srgbClr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3500"/>
              </a:lnSpc>
            </a:pPr>
            <a:r>
              <a:rPr lang="en-US" sz="2400" err="1">
                <a:solidFill>
                  <a:srgbClr val="000000">
                    <a:alpha val="49804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mits</a:t>
            </a:r>
            <a:r>
              <a:rPr lang="en-US" sz="2400">
                <a:solidFill>
                  <a:srgbClr val="000000">
                    <a:alpha val="49804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err="1">
                <a:solidFill>
                  <a:srgbClr val="000000">
                    <a:alpha val="49804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voertuig</a:t>
            </a:r>
            <a:r>
              <a:rPr lang="en-US" sz="2400">
                <a:solidFill>
                  <a:srgbClr val="000000">
                    <a:alpha val="49804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err="1">
                <a:solidFill>
                  <a:srgbClr val="000000">
                    <a:alpha val="49804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nog</a:t>
            </a:r>
            <a:r>
              <a:rPr lang="en-US" sz="2400">
                <a:solidFill>
                  <a:srgbClr val="000000">
                    <a:alpha val="49804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err="1">
                <a:solidFill>
                  <a:srgbClr val="000000">
                    <a:alpha val="49804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niet</a:t>
            </a:r>
            <a:r>
              <a:rPr lang="en-US" sz="2400">
                <a:solidFill>
                  <a:srgbClr val="000000">
                    <a:alpha val="49804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is </a:t>
            </a:r>
            <a:r>
              <a:rPr lang="en-US" sz="2400" err="1">
                <a:solidFill>
                  <a:srgbClr val="000000">
                    <a:alpha val="49804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overgeschreven</a:t>
            </a:r>
            <a:endParaRPr lang="en-US" sz="2400" err="1">
              <a:solidFill>
                <a:srgbClr val="000000">
                  <a:alpha val="49804"/>
                </a:srgbClr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3500"/>
              </a:lnSpc>
            </a:pPr>
            <a:r>
              <a:rPr lang="en-US" sz="2400" err="1">
                <a:solidFill>
                  <a:srgbClr val="000000">
                    <a:alpha val="49804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Algemene</a:t>
            </a:r>
            <a:r>
              <a:rPr lang="en-US" sz="2400">
                <a:solidFill>
                  <a:srgbClr val="000000">
                    <a:alpha val="49804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err="1">
                <a:solidFill>
                  <a:srgbClr val="000000">
                    <a:alpha val="49804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aanhef</a:t>
            </a:r>
            <a:endParaRPr lang="en-US" sz="2400" err="1">
              <a:solidFill>
                <a:srgbClr val="000000">
                  <a:alpha val="49804"/>
                </a:srgbClr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3500"/>
              </a:lnSpc>
            </a:pPr>
            <a:r>
              <a:rPr lang="en-US" sz="2400">
                <a:solidFill>
                  <a:srgbClr val="000000">
                    <a:alpha val="49804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“Beste erven van [naam </a:t>
            </a:r>
            <a:r>
              <a:rPr lang="en-US" sz="2400" err="1">
                <a:solidFill>
                  <a:srgbClr val="000000">
                    <a:alpha val="49804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overledene</a:t>
            </a:r>
            <a:r>
              <a:rPr lang="en-US" sz="2400">
                <a:solidFill>
                  <a:srgbClr val="000000">
                    <a:alpha val="49804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]”</a:t>
            </a:r>
            <a:endParaRPr lang="en-US" sz="2400">
              <a:solidFill>
                <a:srgbClr val="000000">
                  <a:alpha val="49804"/>
                </a:srgbClr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400" err="1">
                <a:solidFill>
                  <a:srgbClr val="000000">
                    <a:alpha val="49804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naar</a:t>
            </a:r>
            <a:r>
              <a:rPr lang="en-US" sz="2400">
                <a:solidFill>
                  <a:srgbClr val="000000">
                    <a:alpha val="49804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err="1">
                <a:solidFill>
                  <a:srgbClr val="000000">
                    <a:alpha val="49804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ervenadres</a:t>
            </a:r>
            <a:r>
              <a:rPr lang="en-US" sz="2400">
                <a:solidFill>
                  <a:srgbClr val="000000">
                    <a:alpha val="49804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BD</a:t>
            </a:r>
            <a:endParaRPr lang="en-US" sz="2400">
              <a:solidFill>
                <a:srgbClr val="000000">
                  <a:alpha val="49804"/>
                </a:srgbClr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8" name="Picture 7" descr="RDW Logo PNG Vector (SVG) Free Download">
            <a:extLst>
              <a:ext uri="{FF2B5EF4-FFF2-40B4-BE49-F238E27FC236}">
                <a16:creationId xmlns:a16="http://schemas.microsoft.com/office/drawing/2014/main" id="{6B3D161B-8F26-E24A-6B59-B010E684236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6167" r="3921" b="23729"/>
          <a:stretch>
            <a:fillRect/>
          </a:stretch>
        </p:blipFill>
        <p:spPr>
          <a:xfrm>
            <a:off x="4002185" y="1183302"/>
            <a:ext cx="2241030" cy="14299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232E7B-CB87-BD40-A9E4-147BD610EE0D}"/>
              </a:ext>
            </a:extLst>
          </p:cNvPr>
          <p:cNvSpPr txBox="1"/>
          <p:nvPr/>
        </p:nvSpPr>
        <p:spPr>
          <a:xfrm>
            <a:off x="15717120" y="4404272"/>
            <a:ext cx="1955277" cy="14773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  <a:hlinkClick r:id="rId7"/>
              </a:rPr>
              <a:t>S-1712 Herinnering overschrijven na overlijden - brief 2.docx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FCB36F-CF9F-C431-FF1B-EB30597BD7B6}"/>
              </a:ext>
            </a:extLst>
          </p:cNvPr>
          <p:cNvSpPr txBox="1"/>
          <p:nvPr/>
        </p:nvSpPr>
        <p:spPr>
          <a:xfrm>
            <a:off x="15717119" y="7602474"/>
            <a:ext cx="1955277" cy="14773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  <a:hlinkClick r:id="rId8"/>
              </a:rPr>
              <a:t>S-1713 Beëindigen tenaamstelling 6 maanden na overlijden - brief 3.docx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B7FA20-4E22-EB9A-153B-36AE72C71329}"/>
              </a:ext>
            </a:extLst>
          </p:cNvPr>
          <p:cNvSpPr txBox="1"/>
          <p:nvPr/>
        </p:nvSpPr>
        <p:spPr>
          <a:xfrm>
            <a:off x="15717119" y="1096166"/>
            <a:ext cx="1955277" cy="14773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  <a:hlinkClick r:id="rId9"/>
              </a:rPr>
              <a:t>S-0068 Overschrijven kentekenbewijs na overlijden S 0068.docx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82B6A3-43AC-AD47-0437-147FF75BFE2C}"/>
              </a:ext>
            </a:extLst>
          </p:cNvPr>
          <p:cNvSpPr txBox="1"/>
          <p:nvPr/>
        </p:nvSpPr>
        <p:spPr>
          <a:xfrm>
            <a:off x="7069693" y="1649869"/>
            <a:ext cx="1455683" cy="378898"/>
          </a:xfrm>
          <a:prstGeom prst="rect">
            <a:avLst/>
          </a:prstGeom>
          <a:solidFill>
            <a:srgbClr val="FFFF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1e week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D7BCE3-6A25-F85D-B63C-8D548C85972D}"/>
              </a:ext>
            </a:extLst>
          </p:cNvPr>
          <p:cNvSpPr txBox="1"/>
          <p:nvPr/>
        </p:nvSpPr>
        <p:spPr>
          <a:xfrm>
            <a:off x="7069693" y="4697869"/>
            <a:ext cx="1455683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1e </a:t>
            </a:r>
            <a:r>
              <a:rPr lang="en-US" err="1">
                <a:ea typeface="Calibri"/>
                <a:cs typeface="Calibri"/>
              </a:rPr>
              <a:t>kwartaal</a:t>
            </a:r>
            <a:r>
              <a:rPr lang="en-US">
                <a:ea typeface="Calibri"/>
                <a:cs typeface="Calibri"/>
              </a:rPr>
              <a:t> / </a:t>
            </a:r>
            <a:r>
              <a:rPr lang="en-US" err="1">
                <a:ea typeface="Calibri"/>
                <a:cs typeface="Calibri"/>
              </a:rPr>
              <a:t>halfjaar</a:t>
            </a:r>
            <a:endParaRPr lang="en-US" err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C3B915-783C-4B68-B741-C9AA9E07F2FE}"/>
              </a:ext>
            </a:extLst>
          </p:cNvPr>
          <p:cNvSpPr txBox="1"/>
          <p:nvPr/>
        </p:nvSpPr>
        <p:spPr>
          <a:xfrm>
            <a:off x="7056555" y="8021765"/>
            <a:ext cx="1455683" cy="120032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1e </a:t>
            </a:r>
            <a:r>
              <a:rPr lang="en-US" err="1">
                <a:ea typeface="Calibri"/>
                <a:cs typeface="Calibri"/>
              </a:rPr>
              <a:t>kwartaal</a:t>
            </a:r>
            <a:r>
              <a:rPr lang="en-US">
                <a:ea typeface="Calibri"/>
                <a:cs typeface="Calibri"/>
              </a:rPr>
              <a:t> / </a:t>
            </a:r>
            <a:r>
              <a:rPr lang="en-US" err="1">
                <a:ea typeface="Calibri"/>
                <a:cs typeface="Calibri"/>
              </a:rPr>
              <a:t>halfjaar</a:t>
            </a:r>
            <a:r>
              <a:rPr lang="en-US">
                <a:ea typeface="Calibri"/>
                <a:cs typeface="Calibri"/>
              </a:rPr>
              <a:t> --&gt; </a:t>
            </a:r>
            <a:r>
              <a:rPr lang="en-US" err="1">
                <a:ea typeface="Calibri"/>
                <a:cs typeface="Calibri"/>
              </a:rPr>
              <a:t>deze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komt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na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een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halfjaar</a:t>
            </a:r>
            <a:r>
              <a:rPr lang="en-US">
                <a:ea typeface="Calibri"/>
                <a:cs typeface="Calibri"/>
              </a:rPr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573008" y="1262987"/>
            <a:ext cx="3373799" cy="4114800"/>
          </a:xfrm>
          <a:custGeom>
            <a:avLst/>
            <a:gdLst/>
            <a:ahLst/>
            <a:cxnLst/>
            <a:rect l="l" t="t" r="r" b="b"/>
            <a:pathLst>
              <a:path w="3373799" h="4114800">
                <a:moveTo>
                  <a:pt x="0" y="0"/>
                </a:moveTo>
                <a:lnTo>
                  <a:pt x="3373800" y="0"/>
                </a:lnTo>
                <a:lnTo>
                  <a:pt x="3373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226363" y="2042046"/>
            <a:ext cx="2067091" cy="943110"/>
          </a:xfrm>
          <a:custGeom>
            <a:avLst/>
            <a:gdLst/>
            <a:ahLst/>
            <a:cxnLst/>
            <a:rect l="l" t="t" r="r" b="b"/>
            <a:pathLst>
              <a:path w="2067091" h="943110">
                <a:moveTo>
                  <a:pt x="0" y="0"/>
                </a:moveTo>
                <a:lnTo>
                  <a:pt x="2067090" y="0"/>
                </a:lnTo>
                <a:lnTo>
                  <a:pt x="2067090" y="943110"/>
                </a:lnTo>
                <a:lnTo>
                  <a:pt x="0" y="9431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8429881" y="1645452"/>
            <a:ext cx="8364570" cy="7125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4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ANW - </a:t>
            </a:r>
            <a:r>
              <a:rPr lang="en-US" sz="2400" b="1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Informatiebrief</a:t>
            </a:r>
            <a:endParaRPr lang="en-US" sz="2400" b="1" err="1">
              <a:solidFill>
                <a:srgbClr val="000000"/>
              </a:solidFill>
              <a:latin typeface="Open Sans Bold"/>
              <a:ea typeface="Open Sans Bold"/>
              <a:cs typeface="Open Sans Bold"/>
            </a:endParaRPr>
          </a:p>
          <a:p>
            <a:pPr algn="ctr">
              <a:lnSpc>
                <a:spcPts val="3500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Na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vijf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dagen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verstuurd</a:t>
            </a:r>
            <a:endParaRPr lang="en-US" sz="2400" err="1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3500"/>
              </a:lnSpc>
            </a:pP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Persoonlijke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aanhef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op naam partner</a:t>
            </a:r>
            <a:endParaRPr lang="en-US" sz="24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3500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Adres van Trudy</a:t>
            </a:r>
            <a:endParaRPr lang="en-US" sz="24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3500"/>
              </a:lnSpc>
            </a:pPr>
            <a:endParaRPr lang="en-US" sz="24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400" b="1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Overlijdensuitkering</a:t>
            </a:r>
            <a:r>
              <a:rPr lang="en-US" sz="24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– </a:t>
            </a:r>
            <a:r>
              <a:rPr lang="en-US" sz="2400" b="1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Informatiebrief</a:t>
            </a:r>
            <a:endParaRPr lang="en-US" sz="2400" b="1" err="1">
              <a:solidFill>
                <a:srgbClr val="000000"/>
              </a:solidFill>
              <a:latin typeface="Open Sans Bold"/>
              <a:ea typeface="Open Sans Bold"/>
              <a:cs typeface="Open Sans Bold"/>
            </a:endParaRPr>
          </a:p>
          <a:p>
            <a:pPr marL="342900" indent="-342900" algn="ctr">
              <a:buFont typeface="Calibri"/>
              <a:buChar char="-"/>
            </a:pP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Wij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betalen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de 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overlijdensuitkering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  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aan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de partner. U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hoeft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hier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niets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voor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te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doen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. De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overlijdensuitkering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is 1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maand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AOW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en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vakantiegeld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.</a:t>
            </a:r>
          </a:p>
          <a:p>
            <a:pPr marL="342900" indent="-342900" algn="ctr">
              <a:spcBef>
                <a:spcPct val="0"/>
              </a:spcBef>
              <a:buFont typeface="Calibri"/>
              <a:buChar char="-"/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Is er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te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veel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AOW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betaald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? Dan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trekken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wij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dit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van de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overlijdensuitkering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af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.</a:t>
            </a:r>
            <a:endParaRPr lang="en-US"/>
          </a:p>
          <a:p>
            <a:pPr marL="342900" indent="-342900" algn="ctr">
              <a:buFont typeface="Calibri"/>
              <a:buChar char="-"/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De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jaaropgave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sturen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we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gelijk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met de brief over de AOW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naar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het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laatste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adres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van de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overledene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.</a:t>
            </a:r>
          </a:p>
          <a:p>
            <a:pPr marL="342900" indent="-342900" algn="ctr">
              <a:spcBef>
                <a:spcPct val="0"/>
              </a:spcBef>
              <a:buFont typeface="Calibri"/>
              <a:buChar char="-"/>
            </a:pP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Bewaar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de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jaaropgave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goed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.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Wij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kunnen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deze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namelijk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niet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digitaal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sturen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. </a:t>
            </a:r>
            <a:endParaRPr lang="en-US"/>
          </a:p>
          <a:p>
            <a:pPr marL="342900" indent="-342900" algn="ctr">
              <a:spcBef>
                <a:spcPct val="0"/>
              </a:spcBef>
              <a:buFont typeface="Calibri"/>
              <a:buChar char="-"/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Na het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overlijden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kan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er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niet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meer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ingelogd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worden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op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Mijn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SVB om de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gegevens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van de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overledene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te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bekijken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.</a:t>
            </a:r>
            <a:endParaRPr lang="en-US"/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C2A281E7-DA1D-42A7-C169-5FB1A9EBEADD}"/>
              </a:ext>
            </a:extLst>
          </p:cNvPr>
          <p:cNvSpPr/>
          <p:nvPr/>
        </p:nvSpPr>
        <p:spPr>
          <a:xfrm>
            <a:off x="-3842" y="4922276"/>
            <a:ext cx="5189151" cy="5364724"/>
          </a:xfrm>
          <a:custGeom>
            <a:avLst/>
            <a:gdLst/>
            <a:ahLst/>
            <a:cxnLst/>
            <a:rect l="l" t="t" r="r" b="b"/>
            <a:pathLst>
              <a:path w="5189151" h="5364724">
                <a:moveTo>
                  <a:pt x="0" y="0"/>
                </a:moveTo>
                <a:lnTo>
                  <a:pt x="5189151" y="0"/>
                </a:lnTo>
                <a:lnTo>
                  <a:pt x="5189151" y="5364724"/>
                </a:lnTo>
                <a:lnTo>
                  <a:pt x="0" y="53647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619A32-F098-0BC8-566D-C6634549A4CC}"/>
              </a:ext>
            </a:extLst>
          </p:cNvPr>
          <p:cNvSpPr txBox="1"/>
          <p:nvPr/>
        </p:nvSpPr>
        <p:spPr>
          <a:xfrm>
            <a:off x="15816032" y="2151243"/>
            <a:ext cx="1955277" cy="369332"/>
          </a:xfrm>
          <a:prstGeom prst="rect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  <a:hlinkClick r:id="rId7"/>
              </a:rPr>
              <a:t>1908ABN.docx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875B12-EC32-D414-C781-0249CE5263A1}"/>
              </a:ext>
            </a:extLst>
          </p:cNvPr>
          <p:cNvSpPr txBox="1"/>
          <p:nvPr/>
        </p:nvSpPr>
        <p:spPr>
          <a:xfrm>
            <a:off x="8120728" y="2044007"/>
            <a:ext cx="1455683" cy="378898"/>
          </a:xfrm>
          <a:prstGeom prst="rect">
            <a:avLst/>
          </a:prstGeom>
          <a:solidFill>
            <a:srgbClr val="FFFF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1e week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594989" y="1460814"/>
            <a:ext cx="3373799" cy="4114800"/>
          </a:xfrm>
          <a:custGeom>
            <a:avLst/>
            <a:gdLst/>
            <a:ahLst/>
            <a:cxnLst/>
            <a:rect l="l" t="t" r="r" b="b"/>
            <a:pathLst>
              <a:path w="3373799" h="4114800">
                <a:moveTo>
                  <a:pt x="0" y="0"/>
                </a:moveTo>
                <a:lnTo>
                  <a:pt x="3373800" y="0"/>
                </a:lnTo>
                <a:lnTo>
                  <a:pt x="3373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441009" y="2293534"/>
            <a:ext cx="1681759" cy="782422"/>
          </a:xfrm>
          <a:custGeom>
            <a:avLst/>
            <a:gdLst/>
            <a:ahLst/>
            <a:cxnLst/>
            <a:rect l="l" t="t" r="r" b="b"/>
            <a:pathLst>
              <a:path w="1681759" h="782422">
                <a:moveTo>
                  <a:pt x="0" y="0"/>
                </a:moveTo>
                <a:lnTo>
                  <a:pt x="1681760" y="0"/>
                </a:lnTo>
                <a:lnTo>
                  <a:pt x="1681760" y="782421"/>
                </a:lnTo>
                <a:lnTo>
                  <a:pt x="0" y="7824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934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8329479" y="1347478"/>
            <a:ext cx="7203594" cy="58021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4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WLZ- </a:t>
            </a:r>
            <a:r>
              <a:rPr lang="en-US" sz="2400" b="1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Condoleancebrief</a:t>
            </a:r>
            <a:endParaRPr lang="en-US" sz="2400" b="1" err="1">
              <a:solidFill>
                <a:srgbClr val="000000"/>
              </a:solidFill>
              <a:latin typeface="Open Sans Bold"/>
              <a:ea typeface="Open Sans Bold"/>
              <a:cs typeface="Open Sans Bold"/>
            </a:endParaRPr>
          </a:p>
          <a:p>
            <a:pPr algn="ctr">
              <a:lnSpc>
                <a:spcPts val="3500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Binnen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één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week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verstuurd</a:t>
            </a:r>
            <a:endParaRPr lang="en-US" sz="2400" err="1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3500"/>
              </a:lnSpc>
            </a:pP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Algemene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aanhef</a:t>
            </a:r>
            <a:endParaRPr lang="en-US" sz="2400" err="1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3500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“Aan de erven van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meneer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...”</a:t>
            </a:r>
            <a:endParaRPr lang="en-US" sz="24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3500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Adres van Cees (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verzorgingstehuis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  <a:endParaRPr lang="en-US" sz="24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3500"/>
              </a:lnSpc>
            </a:pPr>
            <a:r>
              <a:rPr lang="en-US" sz="24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endParaRPr lang="en-US" sz="2400" b="1">
              <a:solidFill>
                <a:srgbClr val="000000"/>
              </a:solidFill>
              <a:latin typeface="Open Sans Bold"/>
              <a:ea typeface="Open Sans Bold"/>
              <a:cs typeface="Open Sans Bold"/>
            </a:endParaRPr>
          </a:p>
          <a:p>
            <a:pPr algn="ctr">
              <a:lnSpc>
                <a:spcPts val="3500"/>
              </a:lnSpc>
            </a:pPr>
            <a:r>
              <a:rPr lang="en-US" sz="24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WLZ - </a:t>
            </a:r>
            <a:r>
              <a:rPr lang="en-US" sz="2400" b="1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factuur</a:t>
            </a:r>
            <a:endParaRPr lang="en-US" sz="2400" b="1" err="1">
              <a:solidFill>
                <a:srgbClr val="000000"/>
              </a:solidFill>
              <a:latin typeface="Open Sans Bold"/>
              <a:ea typeface="Open Sans Bold"/>
              <a:cs typeface="Open Sans Bold"/>
            </a:endParaRPr>
          </a:p>
          <a:p>
            <a:pPr algn="ctr">
              <a:lnSpc>
                <a:spcPts val="3500"/>
              </a:lnSpc>
            </a:pP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Persoonlijke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aanhef</a:t>
            </a:r>
            <a:endParaRPr lang="en-US" sz="2400" err="1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3500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“Mevrouw Trudy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inzake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meneer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Cees”</a:t>
            </a:r>
            <a:endParaRPr lang="en-US" sz="24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3500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Adres van Trudy</a:t>
            </a:r>
            <a:endParaRPr lang="en-US" sz="24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3500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mits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Trudy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haar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contactadres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heeft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lang="en-US" sz="24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3500"/>
              </a:lnSpc>
            </a:pP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doorgegeven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aan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het CAK) </a:t>
            </a:r>
            <a:endParaRPr lang="en-US" sz="24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3500"/>
              </a:lnSpc>
              <a:spcBef>
                <a:spcPct val="0"/>
              </a:spcBef>
            </a:pPr>
            <a:endParaRPr lang="en-US" sz="24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4E5A8ACE-18E8-0407-413C-1B8306023788}"/>
              </a:ext>
            </a:extLst>
          </p:cNvPr>
          <p:cNvSpPr txBox="1"/>
          <p:nvPr/>
        </p:nvSpPr>
        <p:spPr>
          <a:xfrm>
            <a:off x="9248151" y="7479085"/>
            <a:ext cx="6081958" cy="21850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1600" b="1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optioneel</a:t>
            </a:r>
            <a:r>
              <a:rPr lang="en-US" sz="16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– </a:t>
            </a:r>
            <a:r>
              <a:rPr lang="en-US" sz="1600" b="1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stopzetten</a:t>
            </a:r>
            <a:r>
              <a:rPr lang="en-US" sz="16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1600" b="1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automatische</a:t>
            </a:r>
            <a:r>
              <a:rPr lang="en-US" sz="16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1600" b="1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incasso</a:t>
            </a:r>
            <a:endParaRPr lang="en-US" sz="1600" b="1">
              <a:solidFill>
                <a:srgbClr val="000000"/>
              </a:solidFill>
              <a:latin typeface="Open Sans Bold"/>
              <a:ea typeface="Open Sans Bold"/>
              <a:cs typeface="Open Sans Bold"/>
            </a:endParaRPr>
          </a:p>
          <a:p>
            <a:pPr algn="ctr">
              <a:lnSpc>
                <a:spcPts val="350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Als de </a:t>
            </a:r>
            <a:r>
              <a:rPr lang="en-US" sz="16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bankrekening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is </a:t>
            </a:r>
            <a:r>
              <a:rPr lang="en-US" sz="16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bevroren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 </a:t>
            </a:r>
            <a:r>
              <a:rPr lang="en-US" sz="16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waardoor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de eigen </a:t>
            </a:r>
            <a:r>
              <a:rPr lang="en-US" sz="16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bijdrage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niet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via de </a:t>
            </a:r>
            <a:r>
              <a:rPr lang="en-US" sz="16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automatische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incasso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 </a:t>
            </a:r>
            <a:r>
              <a:rPr lang="en-US" sz="16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wordt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betaald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, </a:t>
            </a:r>
            <a:r>
              <a:rPr lang="en-US" sz="16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wordt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hier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automatisch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een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brief over </a:t>
            </a:r>
            <a:r>
              <a:rPr lang="en-US" sz="16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gestuurd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op naam van de </a:t>
            </a:r>
            <a:r>
              <a:rPr lang="en-US" sz="16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overledene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naar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het </a:t>
            </a:r>
            <a:r>
              <a:rPr lang="en-US" sz="16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adres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van de </a:t>
            </a:r>
            <a:r>
              <a:rPr lang="en-US" sz="16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overledene</a:t>
            </a:r>
            <a:endParaRPr lang="en-US" sz="16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9" name="Graphic 8" descr="Stoppen silhouet">
            <a:extLst>
              <a:ext uri="{FF2B5EF4-FFF2-40B4-BE49-F238E27FC236}">
                <a16:creationId xmlns:a16="http://schemas.microsoft.com/office/drawing/2014/main" id="{5B5F5854-65F7-F1C2-5175-48D78E749A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65809" y="7144345"/>
            <a:ext cx="8819257" cy="3029484"/>
          </a:xfrm>
          <a:prstGeom prst="rect">
            <a:avLst/>
          </a:prstGeom>
        </p:spPr>
      </p:pic>
      <p:sp>
        <p:nvSpPr>
          <p:cNvPr id="7" name="Freeform 2">
            <a:extLst>
              <a:ext uri="{FF2B5EF4-FFF2-40B4-BE49-F238E27FC236}">
                <a16:creationId xmlns:a16="http://schemas.microsoft.com/office/drawing/2014/main" id="{7C26588E-947A-E5DD-267D-1EFD73AADCFE}"/>
              </a:ext>
            </a:extLst>
          </p:cNvPr>
          <p:cNvSpPr/>
          <p:nvPr/>
        </p:nvSpPr>
        <p:spPr>
          <a:xfrm>
            <a:off x="-3842" y="4922276"/>
            <a:ext cx="5189151" cy="5364724"/>
          </a:xfrm>
          <a:custGeom>
            <a:avLst/>
            <a:gdLst/>
            <a:ahLst/>
            <a:cxnLst/>
            <a:rect l="l" t="t" r="r" b="b"/>
            <a:pathLst>
              <a:path w="5189151" h="5364724">
                <a:moveTo>
                  <a:pt x="0" y="0"/>
                </a:moveTo>
                <a:lnTo>
                  <a:pt x="5189151" y="0"/>
                </a:lnTo>
                <a:lnTo>
                  <a:pt x="5189151" y="5364724"/>
                </a:lnTo>
                <a:lnTo>
                  <a:pt x="0" y="53647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1D80FD-616A-DDB3-2C65-810B9325937D}"/>
              </a:ext>
            </a:extLst>
          </p:cNvPr>
          <p:cNvSpPr txBox="1"/>
          <p:nvPr/>
        </p:nvSpPr>
        <p:spPr>
          <a:xfrm>
            <a:off x="15332456" y="1766580"/>
            <a:ext cx="2273998" cy="1754326"/>
          </a:xfrm>
          <a:prstGeom prst="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ea typeface="+mn-lt"/>
                <a:cs typeface="+mn-lt"/>
              </a:rPr>
              <a:t>Laatste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versie</a:t>
            </a:r>
            <a:r>
              <a:rPr lang="en-US">
                <a:ea typeface="+mn-lt"/>
                <a:cs typeface="+mn-lt"/>
              </a:rPr>
              <a:t> brief in </a:t>
            </a:r>
            <a:r>
              <a:rPr lang="en-US" err="1">
                <a:ea typeface="+mn-lt"/>
                <a:cs typeface="+mn-lt"/>
              </a:rPr>
              <a:t>documentvorm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nog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ontvangen</a:t>
            </a:r>
            <a:r>
              <a:rPr lang="en-US">
                <a:ea typeface="+mn-lt"/>
                <a:cs typeface="+mn-lt"/>
              </a:rPr>
              <a:t> van het CAK. </a:t>
            </a:r>
            <a:r>
              <a:rPr lang="en-US" err="1">
                <a:ea typeface="+mn-lt"/>
                <a:cs typeface="+mn-lt"/>
              </a:rPr>
              <a:t>Uit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onderzoek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deze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versie</a:t>
            </a:r>
            <a:r>
              <a:rPr lang="en-US">
                <a:ea typeface="+mn-lt"/>
                <a:cs typeface="+mn-lt"/>
              </a:rPr>
              <a:t>:</a:t>
            </a:r>
          </a:p>
          <a:p>
            <a:r>
              <a:rPr lang="en-US">
                <a:ea typeface="+mn-lt"/>
                <a:cs typeface="+mn-lt"/>
                <a:hlinkClick r:id="rId9"/>
              </a:rPr>
              <a:t>brief wlz condoleance</a:t>
            </a:r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AC4C57-B1FC-227C-99C4-2B124590758E}"/>
              </a:ext>
            </a:extLst>
          </p:cNvPr>
          <p:cNvSpPr txBox="1"/>
          <p:nvPr/>
        </p:nvSpPr>
        <p:spPr>
          <a:xfrm>
            <a:off x="15332456" y="4272387"/>
            <a:ext cx="2273998" cy="1754326"/>
          </a:xfrm>
          <a:prstGeom prst="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ea typeface="+mn-lt"/>
                <a:cs typeface="+mn-lt"/>
              </a:rPr>
              <a:t>Laatste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versie</a:t>
            </a:r>
            <a:r>
              <a:rPr lang="en-US">
                <a:ea typeface="+mn-lt"/>
                <a:cs typeface="+mn-lt"/>
              </a:rPr>
              <a:t> brief in </a:t>
            </a:r>
            <a:r>
              <a:rPr lang="en-US" err="1">
                <a:ea typeface="+mn-lt"/>
                <a:cs typeface="+mn-lt"/>
              </a:rPr>
              <a:t>documentvorm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nog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ontvangen</a:t>
            </a:r>
            <a:r>
              <a:rPr lang="en-US">
                <a:ea typeface="+mn-lt"/>
                <a:cs typeface="+mn-lt"/>
              </a:rPr>
              <a:t> van het CAK. </a:t>
            </a:r>
            <a:r>
              <a:rPr lang="en-US" err="1">
                <a:ea typeface="+mn-lt"/>
                <a:cs typeface="+mn-lt"/>
              </a:rPr>
              <a:t>Uit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onderzoek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deze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versie</a:t>
            </a:r>
            <a:r>
              <a:rPr lang="en-US">
                <a:ea typeface="+mn-lt"/>
                <a:cs typeface="+mn-lt"/>
              </a:rPr>
              <a:t>:</a:t>
            </a:r>
          </a:p>
          <a:p>
            <a:r>
              <a:rPr lang="en-US">
                <a:ea typeface="+mn-lt"/>
                <a:cs typeface="+mn-lt"/>
                <a:hlinkClick r:id="rId10"/>
              </a:rPr>
              <a:t>wlz factuur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E6E158-750F-8B90-5E15-E045A87E767A}"/>
              </a:ext>
            </a:extLst>
          </p:cNvPr>
          <p:cNvSpPr txBox="1"/>
          <p:nvPr/>
        </p:nvSpPr>
        <p:spPr>
          <a:xfrm>
            <a:off x="7976210" y="2109697"/>
            <a:ext cx="1455683" cy="378898"/>
          </a:xfrm>
          <a:prstGeom prst="rect">
            <a:avLst/>
          </a:prstGeom>
          <a:solidFill>
            <a:srgbClr val="FFFF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1e week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CA8F6-6B37-299E-696D-01E595A74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D9BFB06-B4AD-F4DF-0685-0DC31D6C9FE0}"/>
              </a:ext>
            </a:extLst>
          </p:cNvPr>
          <p:cNvSpPr/>
          <p:nvPr/>
        </p:nvSpPr>
        <p:spPr>
          <a:xfrm>
            <a:off x="2319979" y="1702602"/>
            <a:ext cx="3373799" cy="4114800"/>
          </a:xfrm>
          <a:custGeom>
            <a:avLst/>
            <a:gdLst/>
            <a:ahLst/>
            <a:cxnLst/>
            <a:rect l="l" t="t" r="r" b="b"/>
            <a:pathLst>
              <a:path w="3373799" h="4114800">
                <a:moveTo>
                  <a:pt x="0" y="0"/>
                </a:moveTo>
                <a:lnTo>
                  <a:pt x="3373800" y="0"/>
                </a:lnTo>
                <a:lnTo>
                  <a:pt x="3373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F8EEF4C-28A9-F3E5-A835-BA34D530D25B}"/>
              </a:ext>
            </a:extLst>
          </p:cNvPr>
          <p:cNvSpPr/>
          <p:nvPr/>
        </p:nvSpPr>
        <p:spPr>
          <a:xfrm>
            <a:off x="2824905" y="2324885"/>
            <a:ext cx="3847598" cy="1435117"/>
          </a:xfrm>
          <a:custGeom>
            <a:avLst/>
            <a:gdLst/>
            <a:ahLst/>
            <a:cxnLst/>
            <a:rect l="l" t="t" r="r" b="b"/>
            <a:pathLst>
              <a:path w="3847598" h="1435117">
                <a:moveTo>
                  <a:pt x="0" y="0"/>
                </a:moveTo>
                <a:lnTo>
                  <a:pt x="3847598" y="0"/>
                </a:lnTo>
                <a:lnTo>
                  <a:pt x="3847598" y="1435117"/>
                </a:lnTo>
                <a:lnTo>
                  <a:pt x="0" y="14351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EAFDA0A-6895-BAC4-5069-F7E845207F0F}"/>
              </a:ext>
            </a:extLst>
          </p:cNvPr>
          <p:cNvSpPr txBox="1"/>
          <p:nvPr/>
        </p:nvSpPr>
        <p:spPr>
          <a:xfrm>
            <a:off x="7990609" y="324702"/>
            <a:ext cx="10297391" cy="9822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1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Herziene</a:t>
            </a:r>
            <a:r>
              <a:rPr lang="en-US" sz="23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2300" b="1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beschikking</a:t>
            </a:r>
            <a:r>
              <a:rPr lang="en-US" sz="23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- </a:t>
            </a:r>
            <a:r>
              <a:rPr lang="en-US" sz="2300" b="1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zorgtoeslag</a:t>
            </a:r>
            <a:r>
              <a:rPr lang="en-US" sz="23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Cees</a:t>
            </a:r>
          </a:p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Binnen 1 tot 4 </a:t>
            </a:r>
            <a:r>
              <a:rPr lang="en-US" sz="2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weken</a:t>
            </a: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na</a:t>
            </a: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overlijden</a:t>
            </a:r>
            <a:endParaRPr lang="en-US" sz="23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3220"/>
              </a:lnSpc>
            </a:pPr>
            <a:r>
              <a:rPr lang="en-US" sz="2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Algemene</a:t>
            </a: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aanhef</a:t>
            </a:r>
            <a:endParaRPr lang="en-US" sz="23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“Aan de erven van”</a:t>
            </a:r>
            <a:endParaRPr lang="en-US" sz="23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Adres van Cees (</a:t>
            </a:r>
            <a:r>
              <a:rPr lang="en-US" sz="2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verzorgingstehuis</a:t>
            </a: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  <a:endParaRPr lang="en-US" sz="23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endParaRPr lang="en-US" sz="2300" b="1">
              <a:solidFill>
                <a:srgbClr val="000000"/>
              </a:solidFill>
              <a:latin typeface="Open Sans Bold"/>
              <a:ea typeface="Open Sans Bold"/>
              <a:cs typeface="Open Sans Bold"/>
            </a:endParaRPr>
          </a:p>
          <a:p>
            <a:pPr algn="ctr">
              <a:lnSpc>
                <a:spcPts val="3220"/>
              </a:lnSpc>
            </a:pPr>
            <a:r>
              <a:rPr lang="en-US" sz="2300" b="1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Terugvorderingsbeschikking</a:t>
            </a:r>
            <a:r>
              <a:rPr lang="en-US" sz="23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- </a:t>
            </a:r>
            <a:r>
              <a:rPr lang="en-US" sz="2300" b="1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zorgtoeslag</a:t>
            </a:r>
            <a:r>
              <a:rPr lang="en-US" sz="23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Cees</a:t>
            </a:r>
            <a:endParaRPr lang="en-US" sz="2300" b="1">
              <a:solidFill>
                <a:srgbClr val="000000"/>
              </a:solidFill>
              <a:latin typeface="Open Sans Bold"/>
              <a:ea typeface="Open Sans Bold"/>
              <a:cs typeface="Open Sans Bold"/>
            </a:endParaRPr>
          </a:p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Binnen 1 week </a:t>
            </a:r>
            <a:r>
              <a:rPr lang="en-US" sz="2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na</a:t>
            </a: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herziene</a:t>
            </a: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beschikking</a:t>
            </a:r>
            <a:endParaRPr lang="en-US" sz="2300" err="1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3220"/>
              </a:lnSpc>
            </a:pPr>
            <a:r>
              <a:rPr lang="en-US" sz="2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Algemene</a:t>
            </a: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aanhef</a:t>
            </a:r>
            <a:endParaRPr lang="en-US" sz="23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“Aan de erven van”</a:t>
            </a:r>
            <a:endParaRPr lang="en-US" sz="23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Adres van Cees (</a:t>
            </a:r>
            <a:r>
              <a:rPr lang="en-US" sz="2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verzorgingstehuis</a:t>
            </a: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  <a:endParaRPr lang="en-US" sz="23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lang="en-US" sz="23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3220"/>
              </a:lnSpc>
            </a:pPr>
            <a:r>
              <a:rPr lang="en-US" sz="2300" b="1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Definitieve</a:t>
            </a:r>
            <a:r>
              <a:rPr lang="en-US" sz="23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2300" b="1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toekenningsbrief</a:t>
            </a:r>
            <a:r>
              <a:rPr lang="en-US" sz="23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- </a:t>
            </a:r>
            <a:r>
              <a:rPr lang="en-US" sz="2300" b="1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zorgtoeslag</a:t>
            </a:r>
            <a:r>
              <a:rPr lang="en-US" sz="23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Cees</a:t>
            </a:r>
            <a:endParaRPr lang="en-US" sz="2300" b="1">
              <a:solidFill>
                <a:srgbClr val="000000"/>
              </a:solidFill>
              <a:latin typeface="Open Sans Bold"/>
              <a:ea typeface="Open Sans Bold"/>
              <a:cs typeface="Open Sans Bold"/>
            </a:endParaRPr>
          </a:p>
          <a:p>
            <a:pPr algn="ctr">
              <a:lnSpc>
                <a:spcPts val="3220"/>
              </a:lnSpc>
            </a:pPr>
            <a:r>
              <a:rPr lang="en-US" sz="2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een</a:t>
            </a: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jaar</a:t>
            </a: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na</a:t>
            </a: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overlijden</a:t>
            </a:r>
            <a:endParaRPr lang="en-US" sz="23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3220"/>
              </a:lnSpc>
            </a:pPr>
            <a:r>
              <a:rPr lang="en-US" sz="2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Algemene</a:t>
            </a: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aanhef</a:t>
            </a:r>
            <a:endParaRPr lang="en-US" sz="23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“Aan de erven van”</a:t>
            </a:r>
            <a:endParaRPr lang="en-US" sz="23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3220"/>
              </a:lnSpc>
            </a:pPr>
            <a:r>
              <a:rPr lang="en-US" sz="2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Ervenadres</a:t>
            </a: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BD (Trudy)</a:t>
            </a:r>
            <a:endParaRPr lang="en-US" sz="23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3220"/>
              </a:lnSpc>
            </a:pPr>
            <a:endParaRPr lang="en-US" sz="23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Bij </a:t>
            </a:r>
            <a:r>
              <a:rPr lang="en-US" sz="2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openstaand</a:t>
            </a: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of </a:t>
            </a:r>
            <a:r>
              <a:rPr lang="en-US" sz="2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teveel</a:t>
            </a: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betaald</a:t>
            </a: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bedrag</a:t>
            </a: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endParaRPr lang="en-US" sz="23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3220"/>
              </a:lnSpc>
            </a:pPr>
            <a:r>
              <a:rPr lang="en-US" sz="2300" b="1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Terugvorderingsbeschikking</a:t>
            </a:r>
            <a:r>
              <a:rPr lang="en-US" sz="23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OF brief </a:t>
            </a:r>
            <a:r>
              <a:rPr lang="en-US" sz="2300" b="1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uitvraag</a:t>
            </a:r>
            <a:r>
              <a:rPr lang="en-US" sz="23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2300" b="1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rekeningnummer</a:t>
            </a:r>
            <a:endParaRPr lang="en-US" sz="2300" b="1">
              <a:solidFill>
                <a:srgbClr val="000000"/>
              </a:solidFill>
              <a:latin typeface="Open Sans Bold"/>
              <a:ea typeface="Open Sans Bold"/>
              <a:cs typeface="Open Sans Bold"/>
            </a:endParaRPr>
          </a:p>
          <a:p>
            <a:pPr algn="ctr">
              <a:lnSpc>
                <a:spcPts val="3220"/>
              </a:lnSpc>
            </a:pPr>
            <a:r>
              <a:rPr lang="en-US" sz="2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na</a:t>
            </a: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uitsturen</a:t>
            </a: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definitieve</a:t>
            </a: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toekenning</a:t>
            </a: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een</a:t>
            </a: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jaar</a:t>
            </a: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na</a:t>
            </a: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overlijden</a:t>
            </a:r>
            <a:endParaRPr lang="en-US" sz="23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3220"/>
              </a:lnSpc>
            </a:pPr>
            <a:r>
              <a:rPr lang="en-US" sz="2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Algemene</a:t>
            </a: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aanhef</a:t>
            </a:r>
            <a:endParaRPr lang="en-US" sz="23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“Aan de erven van”</a:t>
            </a:r>
            <a:endParaRPr lang="en-US" sz="23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Ervenadres</a:t>
            </a: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BD (Trudy)</a:t>
            </a:r>
            <a:endParaRPr lang="en-US" sz="23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3D7FC5C2-072D-E85F-A6E2-F23244F45BD7}"/>
              </a:ext>
            </a:extLst>
          </p:cNvPr>
          <p:cNvSpPr/>
          <p:nvPr/>
        </p:nvSpPr>
        <p:spPr>
          <a:xfrm>
            <a:off x="-3842" y="4922276"/>
            <a:ext cx="5189151" cy="5364724"/>
          </a:xfrm>
          <a:custGeom>
            <a:avLst/>
            <a:gdLst/>
            <a:ahLst/>
            <a:cxnLst/>
            <a:rect l="l" t="t" r="r" b="b"/>
            <a:pathLst>
              <a:path w="5189151" h="5364724">
                <a:moveTo>
                  <a:pt x="0" y="0"/>
                </a:moveTo>
                <a:lnTo>
                  <a:pt x="5189151" y="0"/>
                </a:lnTo>
                <a:lnTo>
                  <a:pt x="5189151" y="5364724"/>
                </a:lnTo>
                <a:lnTo>
                  <a:pt x="0" y="53647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B2823E-D497-533B-0CAB-6A243146139D}"/>
              </a:ext>
            </a:extLst>
          </p:cNvPr>
          <p:cNvSpPr txBox="1"/>
          <p:nvPr/>
        </p:nvSpPr>
        <p:spPr>
          <a:xfrm>
            <a:off x="15896595" y="3386008"/>
            <a:ext cx="2396066" cy="1754326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  <a:hlinkClick r:id="rId7"/>
              </a:rPr>
              <a:t>feedback van nabestaanden (via social media)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zie</a:t>
            </a:r>
            <a:r>
              <a:rPr lang="en-US">
                <a:ea typeface="+mn-lt"/>
                <a:cs typeface="+mn-lt"/>
              </a:rPr>
              <a:t> brief </a:t>
            </a:r>
            <a:r>
              <a:rPr lang="en-US" err="1">
                <a:ea typeface="+mn-lt"/>
                <a:cs typeface="+mn-lt"/>
              </a:rPr>
              <a:t>zorgtoeslag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terugvorderingsbeschikking</a:t>
            </a:r>
            <a:endParaRPr lang="en-US" err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882FF5-0B12-00BD-7010-067B26BCC6AC}"/>
              </a:ext>
            </a:extLst>
          </p:cNvPr>
          <p:cNvSpPr txBox="1"/>
          <p:nvPr/>
        </p:nvSpPr>
        <p:spPr>
          <a:xfrm>
            <a:off x="7989348" y="1334558"/>
            <a:ext cx="1455683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1e  </a:t>
            </a:r>
            <a:r>
              <a:rPr lang="en-US" err="1">
                <a:ea typeface="Calibri"/>
                <a:cs typeface="Calibri"/>
              </a:rPr>
              <a:t>maand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626310-F780-38CA-8851-6420982A9376}"/>
              </a:ext>
            </a:extLst>
          </p:cNvPr>
          <p:cNvSpPr txBox="1"/>
          <p:nvPr/>
        </p:nvSpPr>
        <p:spPr>
          <a:xfrm>
            <a:off x="7989348" y="3765075"/>
            <a:ext cx="1455683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1e  </a:t>
            </a:r>
            <a:r>
              <a:rPr lang="en-US" err="1">
                <a:ea typeface="Calibri"/>
                <a:cs typeface="Calibri"/>
              </a:rPr>
              <a:t>maand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922762-8897-0B69-AA4D-41E3A4DC6C3E}"/>
              </a:ext>
            </a:extLst>
          </p:cNvPr>
          <p:cNvSpPr txBox="1"/>
          <p:nvPr/>
        </p:nvSpPr>
        <p:spPr>
          <a:xfrm>
            <a:off x="7989348" y="6353249"/>
            <a:ext cx="1455683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1e  </a:t>
            </a:r>
            <a:r>
              <a:rPr lang="en-US" err="1">
                <a:ea typeface="Calibri"/>
                <a:cs typeface="Calibri"/>
              </a:rPr>
              <a:t>jaar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7F0708-3764-388F-A6B6-E092D1725CFF}"/>
              </a:ext>
            </a:extLst>
          </p:cNvPr>
          <p:cNvSpPr txBox="1"/>
          <p:nvPr/>
        </p:nvSpPr>
        <p:spPr>
          <a:xfrm>
            <a:off x="7989348" y="9046525"/>
            <a:ext cx="1455683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1e  </a:t>
            </a:r>
            <a:r>
              <a:rPr lang="en-US" err="1">
                <a:ea typeface="Calibri"/>
                <a:cs typeface="Calibri"/>
              </a:rPr>
              <a:t>jaar</a:t>
            </a:r>
          </a:p>
        </p:txBody>
      </p:sp>
    </p:spTree>
    <p:extLst>
      <p:ext uri="{BB962C8B-B14F-4D97-AF65-F5344CB8AC3E}">
        <p14:creationId xmlns:p14="http://schemas.microsoft.com/office/powerpoint/2010/main" val="4045295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19979" y="1702602"/>
            <a:ext cx="3373799" cy="4114800"/>
          </a:xfrm>
          <a:custGeom>
            <a:avLst/>
            <a:gdLst/>
            <a:ahLst/>
            <a:cxnLst/>
            <a:rect l="l" t="t" r="r" b="b"/>
            <a:pathLst>
              <a:path w="3373799" h="4114800">
                <a:moveTo>
                  <a:pt x="0" y="0"/>
                </a:moveTo>
                <a:lnTo>
                  <a:pt x="3373800" y="0"/>
                </a:lnTo>
                <a:lnTo>
                  <a:pt x="3373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771524" y="2452194"/>
            <a:ext cx="2221328" cy="1307807"/>
          </a:xfrm>
          <a:custGeom>
            <a:avLst/>
            <a:gdLst/>
            <a:ahLst/>
            <a:cxnLst/>
            <a:rect l="l" t="t" r="r" b="b"/>
            <a:pathLst>
              <a:path w="2221328" h="1307807">
                <a:moveTo>
                  <a:pt x="0" y="0"/>
                </a:moveTo>
                <a:lnTo>
                  <a:pt x="2221328" y="0"/>
                </a:lnTo>
                <a:lnTo>
                  <a:pt x="2221328" y="1307808"/>
                </a:lnTo>
                <a:lnTo>
                  <a:pt x="0" y="13078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827335" y="1700404"/>
            <a:ext cx="5151527" cy="4455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400" b="1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Ervenbrief</a:t>
            </a:r>
            <a:r>
              <a:rPr lang="en-US" sz="24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BD</a:t>
            </a:r>
            <a:endParaRPr lang="en-US" sz="2400" b="1">
              <a:solidFill>
                <a:srgbClr val="000000"/>
              </a:solidFill>
              <a:latin typeface="Open Sans Bold"/>
              <a:ea typeface="Open Sans Bold"/>
              <a:cs typeface="Open Sans Bold"/>
            </a:endParaRPr>
          </a:p>
          <a:p>
            <a:pPr algn="ctr">
              <a:lnSpc>
                <a:spcPts val="3500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Binnen 1 tot 5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weken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na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overlijden</a:t>
            </a:r>
            <a:endParaRPr lang="en-US" sz="2400" err="1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3500"/>
              </a:lnSpc>
            </a:pP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Algemene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aanhef</a:t>
            </a:r>
            <a:endParaRPr lang="en-US" sz="2400" err="1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3500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“Aan de erven van”</a:t>
            </a:r>
            <a:endParaRPr lang="en-US" sz="24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3500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Adres van Cees (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verzorgingstehuis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  <a:endParaRPr lang="en-US" sz="24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3500"/>
              </a:lnSpc>
            </a:pPr>
            <a:r>
              <a:rPr lang="en-US" sz="24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endParaRPr lang="en-US" sz="2400" b="1">
              <a:solidFill>
                <a:srgbClr val="000000"/>
              </a:solidFill>
              <a:latin typeface="Open Sans Bold"/>
              <a:ea typeface="Open Sans Bold"/>
              <a:cs typeface="Open Sans Bold"/>
            </a:endParaRPr>
          </a:p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400" b="1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</a:t>
            </a:r>
            <a:r>
              <a:rPr lang="en-US" sz="24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heel </a:t>
            </a:r>
            <a:r>
              <a:rPr lang="en-US" sz="2400" b="1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veel</a:t>
            </a:r>
            <a:r>
              <a:rPr lang="en-US" sz="24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2400" b="1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vervolgbrieven</a:t>
            </a:r>
            <a:r>
              <a:rPr lang="en-US" sz="24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:/</a:t>
            </a:r>
            <a:endParaRPr lang="en-US" sz="2400" b="1">
              <a:solidFill>
                <a:srgbClr val="000000"/>
              </a:solidFill>
              <a:latin typeface="Open Sans Bold"/>
              <a:ea typeface="Open Sans Bold"/>
              <a:cs typeface="Open Sans Bold"/>
            </a:endParaRPr>
          </a:p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Zoals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: 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400" b="1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aangifte</a:t>
            </a:r>
            <a:r>
              <a:rPr lang="en-US" sz="24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 </a:t>
            </a:r>
            <a:r>
              <a:rPr lang="en-US" sz="2400" b="1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erfbelasting</a:t>
            </a:r>
            <a:endParaRPr lang="en-US" sz="2400" b="1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3500"/>
              </a:lnSpc>
              <a:spcBef>
                <a:spcPct val="0"/>
              </a:spcBef>
            </a:pPr>
            <a:endParaRPr lang="en-US" sz="2400">
              <a:latin typeface="Open Sans"/>
              <a:ea typeface="Open Sans"/>
              <a:cs typeface="Open Sans"/>
            </a:endParaRP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268CA84F-779C-4A1F-510C-EAF67540DFF3}"/>
              </a:ext>
            </a:extLst>
          </p:cNvPr>
          <p:cNvSpPr/>
          <p:nvPr/>
        </p:nvSpPr>
        <p:spPr>
          <a:xfrm>
            <a:off x="-3842" y="4922276"/>
            <a:ext cx="5189151" cy="5364724"/>
          </a:xfrm>
          <a:custGeom>
            <a:avLst/>
            <a:gdLst/>
            <a:ahLst/>
            <a:cxnLst/>
            <a:rect l="l" t="t" r="r" b="b"/>
            <a:pathLst>
              <a:path w="5189151" h="5364724">
                <a:moveTo>
                  <a:pt x="0" y="0"/>
                </a:moveTo>
                <a:lnTo>
                  <a:pt x="5189151" y="0"/>
                </a:lnTo>
                <a:lnTo>
                  <a:pt x="5189151" y="5364724"/>
                </a:lnTo>
                <a:lnTo>
                  <a:pt x="0" y="53647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F21942-A1B1-C1BA-C3DE-CDD95AB6F66F}"/>
              </a:ext>
            </a:extLst>
          </p:cNvPr>
          <p:cNvSpPr txBox="1"/>
          <p:nvPr/>
        </p:nvSpPr>
        <p:spPr>
          <a:xfrm>
            <a:off x="14376293" y="1843513"/>
            <a:ext cx="2273998" cy="147732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  <a:hlinkClick r:id="rId7"/>
              </a:rPr>
              <a:t>ANONIEM_CONCEPT_AL780_DYN_Contactpersonen Nabestaanden_versie 01-08-2025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B3191F-37EA-8779-1963-66FEF9F52D04}"/>
              </a:ext>
            </a:extLst>
          </p:cNvPr>
          <p:cNvSpPr txBox="1"/>
          <p:nvPr/>
        </p:nvSpPr>
        <p:spPr>
          <a:xfrm>
            <a:off x="14376294" y="5083862"/>
            <a:ext cx="2273999" cy="1477328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  <a:hlinkClick r:id="rId8"/>
              </a:rPr>
              <a:t>feedback van nabestaanden (via social media)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zie</a:t>
            </a:r>
            <a:r>
              <a:rPr lang="en-US">
                <a:ea typeface="+mn-lt"/>
                <a:cs typeface="+mn-lt"/>
              </a:rPr>
              <a:t> brief </a:t>
            </a:r>
            <a:r>
              <a:rPr lang="en-US" err="1">
                <a:ea typeface="+mn-lt"/>
                <a:cs typeface="+mn-lt"/>
              </a:rPr>
              <a:t>belastingdienst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erfbelasting</a:t>
            </a:r>
            <a:r>
              <a:rPr lang="en-US">
                <a:ea typeface="+mn-lt"/>
                <a:cs typeface="+mn-lt"/>
              </a:rPr>
              <a:t> 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8205B2-7F00-F21A-117F-D47EBE2C4DB5}"/>
              </a:ext>
            </a:extLst>
          </p:cNvPr>
          <p:cNvSpPr txBox="1"/>
          <p:nvPr/>
        </p:nvSpPr>
        <p:spPr>
          <a:xfrm>
            <a:off x="6373383" y="5499283"/>
            <a:ext cx="1455683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1e </a:t>
            </a:r>
            <a:r>
              <a:rPr lang="en-US" err="1">
                <a:ea typeface="Calibri"/>
                <a:cs typeface="Calibri"/>
              </a:rPr>
              <a:t>kwartaal</a:t>
            </a:r>
            <a:r>
              <a:rPr lang="en-US">
                <a:ea typeface="Calibri"/>
                <a:cs typeface="Calibri"/>
              </a:rPr>
              <a:t> / </a:t>
            </a:r>
            <a:r>
              <a:rPr lang="en-US" err="1">
                <a:ea typeface="Calibri"/>
                <a:cs typeface="Calibri"/>
              </a:rPr>
              <a:t>halfjaar</a:t>
            </a:r>
            <a:endParaRPr lang="en-US" err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355C08-800E-A0A4-213A-0BA9284D4941}"/>
              </a:ext>
            </a:extLst>
          </p:cNvPr>
          <p:cNvSpPr txBox="1"/>
          <p:nvPr/>
        </p:nvSpPr>
        <p:spPr>
          <a:xfrm>
            <a:off x="6373383" y="2135972"/>
            <a:ext cx="1455683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1e  </a:t>
            </a:r>
            <a:r>
              <a:rPr lang="en-US" err="1">
                <a:ea typeface="Calibri"/>
                <a:cs typeface="Calibri"/>
              </a:rPr>
              <a:t>maand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19979" y="1702602"/>
            <a:ext cx="3373799" cy="4114800"/>
          </a:xfrm>
          <a:custGeom>
            <a:avLst/>
            <a:gdLst/>
            <a:ahLst/>
            <a:cxnLst/>
            <a:rect l="l" t="t" r="r" b="b"/>
            <a:pathLst>
              <a:path w="3373799" h="4114800">
                <a:moveTo>
                  <a:pt x="0" y="0"/>
                </a:moveTo>
                <a:lnTo>
                  <a:pt x="3373800" y="0"/>
                </a:lnTo>
                <a:lnTo>
                  <a:pt x="3373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8452653" y="1307398"/>
            <a:ext cx="5501755" cy="80463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400" b="1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Condoleancebrief</a:t>
            </a:r>
            <a:endParaRPr lang="en-US" sz="2400" b="1" err="1">
              <a:solidFill>
                <a:srgbClr val="000000"/>
              </a:solidFill>
              <a:latin typeface="Open Sans Bold"/>
              <a:ea typeface="Open Sans Bold"/>
              <a:cs typeface="Open Sans Bold"/>
            </a:endParaRPr>
          </a:p>
          <a:p>
            <a:pPr algn="ctr">
              <a:lnSpc>
                <a:spcPts val="3500"/>
              </a:lnSpc>
            </a:pP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binnen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7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dagen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na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overlijden</a:t>
            </a:r>
            <a:endParaRPr lang="en-US" sz="2400" err="1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3500"/>
              </a:lnSpc>
            </a:pP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Persoonlijke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aanhef</a:t>
            </a:r>
            <a:endParaRPr lang="en-US" sz="2400" err="1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3500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Adres Trudy </a:t>
            </a:r>
            <a:endParaRPr lang="en-US" sz="24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3500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mits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contactgegevens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zijn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lang="en-US" sz="24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3500"/>
              </a:lnSpc>
            </a:pP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doorgegeven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bij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aangifte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overlijden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  <a:endParaRPr lang="en-US" sz="24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3500"/>
              </a:lnSpc>
            </a:pPr>
            <a:endParaRPr lang="en-US" sz="24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3500"/>
              </a:lnSpc>
            </a:pPr>
            <a:r>
              <a:rPr lang="en-US" sz="2400" b="1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Parkeervergunning</a:t>
            </a:r>
            <a:endParaRPr lang="en-US" sz="2400" b="1" err="1">
              <a:solidFill>
                <a:srgbClr val="000000"/>
              </a:solidFill>
              <a:latin typeface="Open Sans Bold"/>
              <a:ea typeface="Open Sans Bold"/>
              <a:cs typeface="Open Sans Bold"/>
            </a:endParaRPr>
          </a:p>
          <a:p>
            <a:pPr algn="ctr">
              <a:lnSpc>
                <a:spcPts val="3500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Kan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worden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overgenomen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door Trudy (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omdat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Cees in het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verzorgingstehuis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zit is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dit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niet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logisch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&amp;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realistisch</a:t>
            </a:r>
          </a:p>
          <a:p>
            <a:pPr algn="ctr">
              <a:lnSpc>
                <a:spcPts val="3500"/>
              </a:lnSpc>
            </a:pPr>
            <a:endParaRPr lang="en-US">
              <a:ea typeface="Calibri"/>
              <a:cs typeface="Calibri"/>
            </a:endParaRPr>
          </a:p>
          <a:p>
            <a:pPr algn="ctr">
              <a:lnSpc>
                <a:spcPts val="3500"/>
              </a:lnSpc>
            </a:pPr>
            <a:r>
              <a:rPr lang="en-US" sz="2400" b="1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Gemeentelijke</a:t>
            </a:r>
            <a:r>
              <a:rPr lang="en-US" sz="24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2400" b="1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belastingen</a:t>
            </a:r>
            <a:endParaRPr lang="en-US" sz="2400" b="1">
              <a:solidFill>
                <a:srgbClr val="000000"/>
              </a:solidFill>
              <a:latin typeface="Open Sans Bold"/>
              <a:ea typeface="Open Sans Bold"/>
              <a:cs typeface="Open Sans Bold"/>
            </a:endParaRPr>
          </a:p>
          <a:p>
            <a:pPr algn="ctr">
              <a:lnSpc>
                <a:spcPts val="3500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Enkel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bij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overlijden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in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februari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; want dan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worden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 de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aanslagen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vd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gemeentelijke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belastingen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verstuurd</a:t>
            </a:r>
          </a:p>
          <a:p>
            <a:pPr algn="ctr">
              <a:lnSpc>
                <a:spcPts val="3500"/>
              </a:lnSpc>
            </a:pPr>
            <a:r>
              <a:rPr lang="en-US" sz="2400">
                <a:latin typeface="Open Sans"/>
                <a:ea typeface="Open Sans"/>
                <a:cs typeface="Open Sans"/>
              </a:rPr>
              <a:t>--&gt; </a:t>
            </a:r>
            <a:r>
              <a:rPr lang="en-US" sz="2400" err="1">
                <a:latin typeface="Open Sans"/>
                <a:ea typeface="Open Sans"/>
                <a:cs typeface="Open Sans"/>
              </a:rPr>
              <a:t>dus</a:t>
            </a:r>
            <a:r>
              <a:rPr lang="en-US" sz="2400">
                <a:latin typeface="Open Sans"/>
                <a:ea typeface="Open Sans"/>
                <a:cs typeface="Open Sans"/>
              </a:rPr>
              <a:t> is </a:t>
            </a:r>
            <a:r>
              <a:rPr lang="en-US" sz="2400" err="1">
                <a:latin typeface="Open Sans"/>
                <a:ea typeface="Open Sans"/>
                <a:cs typeface="Open Sans"/>
              </a:rPr>
              <a:t>dit</a:t>
            </a:r>
            <a:r>
              <a:rPr lang="en-US" sz="2400">
                <a:latin typeface="Open Sans"/>
                <a:ea typeface="Open Sans"/>
                <a:cs typeface="Open Sans"/>
              </a:rPr>
              <a:t> </a:t>
            </a:r>
            <a:r>
              <a:rPr lang="en-US" sz="2400" err="1">
                <a:latin typeface="Open Sans"/>
                <a:ea typeface="Open Sans"/>
                <a:cs typeface="Open Sans"/>
              </a:rPr>
              <a:t>realistisch</a:t>
            </a:r>
            <a:r>
              <a:rPr lang="en-US" sz="2400">
                <a:latin typeface="Open Sans"/>
                <a:ea typeface="Open Sans"/>
                <a:cs typeface="Open Sans"/>
              </a:rPr>
              <a:t>?</a:t>
            </a:r>
          </a:p>
          <a:p>
            <a:pPr algn="ctr">
              <a:lnSpc>
                <a:spcPts val="3500"/>
              </a:lnSpc>
            </a:pPr>
            <a:endParaRPr lang="en-US" sz="2400">
              <a:latin typeface="Open Sans"/>
              <a:ea typeface="Open Sans"/>
              <a:cs typeface="Open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031874" y="2591792"/>
            <a:ext cx="1950009" cy="523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2800" b="1" err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Gemeente</a:t>
            </a:r>
            <a:endParaRPr lang="en-US" sz="2800" b="1" err="1">
              <a:solidFill>
                <a:srgbClr val="000000"/>
              </a:solidFill>
              <a:latin typeface="DM Sans Bold"/>
              <a:ea typeface="DM Sans Bold"/>
              <a:cs typeface="DM Sans Bold"/>
            </a:endParaRP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E1CC6F28-7EAC-5BF1-C391-9D473EEBC681}"/>
              </a:ext>
            </a:extLst>
          </p:cNvPr>
          <p:cNvSpPr/>
          <p:nvPr/>
        </p:nvSpPr>
        <p:spPr>
          <a:xfrm>
            <a:off x="-3842" y="4922276"/>
            <a:ext cx="5189151" cy="5364724"/>
          </a:xfrm>
          <a:custGeom>
            <a:avLst/>
            <a:gdLst/>
            <a:ahLst/>
            <a:cxnLst/>
            <a:rect l="l" t="t" r="r" b="b"/>
            <a:pathLst>
              <a:path w="5189151" h="5364724">
                <a:moveTo>
                  <a:pt x="0" y="0"/>
                </a:moveTo>
                <a:lnTo>
                  <a:pt x="5189151" y="0"/>
                </a:lnTo>
                <a:lnTo>
                  <a:pt x="5189151" y="5364724"/>
                </a:lnTo>
                <a:lnTo>
                  <a:pt x="0" y="53647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A957A5-1DEE-6556-9BE7-FFF30BAC6778}"/>
              </a:ext>
            </a:extLst>
          </p:cNvPr>
          <p:cNvSpPr txBox="1"/>
          <p:nvPr/>
        </p:nvSpPr>
        <p:spPr>
          <a:xfrm>
            <a:off x="14640062" y="1381917"/>
            <a:ext cx="2273998" cy="1200329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NVVB </a:t>
            </a:r>
            <a:r>
              <a:rPr lang="en-US" err="1">
                <a:ea typeface="+mn-lt"/>
                <a:cs typeface="+mn-lt"/>
              </a:rPr>
              <a:t>voorbeeldbrief</a:t>
            </a:r>
            <a:r>
              <a:rPr lang="en-US">
                <a:ea typeface="+mn-lt"/>
                <a:cs typeface="+mn-lt"/>
              </a:rPr>
              <a:t>:</a:t>
            </a:r>
          </a:p>
          <a:p>
            <a:r>
              <a:rPr lang="en-US">
                <a:ea typeface="+mn-lt"/>
                <a:cs typeface="+mn-lt"/>
                <a:hlinkClick r:id="rId6"/>
              </a:rPr>
              <a:t>voorbeeldbrief_aan_nabestaandengemeente_parkeervergunning</a:t>
            </a:r>
            <a:endParaRPr lang="en-US">
              <a:hlinkClick r:id="rId6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2CBF99-94FF-EBD9-B8FD-DCC4379E7184}"/>
              </a:ext>
            </a:extLst>
          </p:cNvPr>
          <p:cNvSpPr txBox="1"/>
          <p:nvPr/>
        </p:nvSpPr>
        <p:spPr>
          <a:xfrm>
            <a:off x="14640061" y="4615864"/>
            <a:ext cx="2273998" cy="1200329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ea typeface="+mn-lt"/>
                <a:cs typeface="+mn-lt"/>
              </a:rPr>
              <a:t>Voorbeeld</a:t>
            </a:r>
            <a:r>
              <a:rPr lang="en-US">
                <a:ea typeface="+mn-lt"/>
                <a:cs typeface="+mn-lt"/>
              </a:rPr>
              <a:t> brief van </a:t>
            </a:r>
            <a:r>
              <a:rPr lang="en-US" err="1">
                <a:ea typeface="+mn-lt"/>
                <a:cs typeface="+mn-lt"/>
              </a:rPr>
              <a:t>een</a:t>
            </a:r>
            <a:r>
              <a:rPr lang="en-US">
                <a:ea typeface="+mn-lt"/>
                <a:cs typeface="+mn-lt"/>
              </a:rPr>
              <a:t> burger: </a:t>
            </a:r>
          </a:p>
          <a:p>
            <a:r>
              <a:rPr lang="en-US">
                <a:ea typeface="Calibri"/>
                <a:cs typeface="Calibri"/>
                <a:hlinkClick r:id="rId7"/>
              </a:rPr>
              <a:t>gemeente_parkeervergunning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DC1B4D-9373-15B7-3B46-29A2BDAF60C6}"/>
              </a:ext>
            </a:extLst>
          </p:cNvPr>
          <p:cNvSpPr txBox="1"/>
          <p:nvPr/>
        </p:nvSpPr>
        <p:spPr>
          <a:xfrm>
            <a:off x="6736780" y="1794131"/>
            <a:ext cx="1455683" cy="378898"/>
          </a:xfrm>
          <a:prstGeom prst="rect">
            <a:avLst/>
          </a:prstGeom>
          <a:solidFill>
            <a:srgbClr val="FFFF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1e week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19979" y="1702602"/>
            <a:ext cx="3373799" cy="4114800"/>
          </a:xfrm>
          <a:custGeom>
            <a:avLst/>
            <a:gdLst/>
            <a:ahLst/>
            <a:cxnLst/>
            <a:rect l="l" t="t" r="r" b="b"/>
            <a:pathLst>
              <a:path w="3373799" h="4114800">
                <a:moveTo>
                  <a:pt x="0" y="0"/>
                </a:moveTo>
                <a:lnTo>
                  <a:pt x="3373800" y="0"/>
                </a:lnTo>
                <a:lnTo>
                  <a:pt x="3373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9667233" y="675440"/>
            <a:ext cx="8175939" cy="93730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b="1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Waterschapsbelasting</a:t>
            </a:r>
            <a:endParaRPr lang="en-US" b="1">
              <a:solidFill>
                <a:srgbClr val="000000"/>
              </a:solidFill>
              <a:latin typeface="Open Sans Bold"/>
              <a:ea typeface="Open Sans Bold"/>
              <a:cs typeface="Open Sans Bold"/>
            </a:endParaRPr>
          </a:p>
          <a:p>
            <a:pPr algn="ctr">
              <a:lnSpc>
                <a:spcPts val="3500"/>
              </a:lnSpc>
            </a:pP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De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waterschapsbelasting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wordt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op 1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jan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bepaald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;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afhankelijk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van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waar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je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woont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op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dat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moment.  </a:t>
            </a:r>
          </a:p>
          <a:p>
            <a:pPr algn="ctr">
              <a:lnSpc>
                <a:spcPts val="3500"/>
              </a:lnSpc>
            </a:pP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 Bold"/>
              </a:rPr>
              <a:t>Wordt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 Bold"/>
              </a:rPr>
              <a:t>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 Bold"/>
              </a:rPr>
              <a:t>verstuurd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 Bold"/>
              </a:rPr>
              <a:t>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 Bold"/>
              </a:rPr>
              <a:t>naar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 Bold"/>
              </a:rPr>
              <a:t> het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 Bold"/>
              </a:rPr>
              <a:t>adres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 Bold"/>
              </a:rPr>
              <a:t> van Cees</a:t>
            </a:r>
            <a:endParaRPr lang="en-US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3500"/>
              </a:lnSpc>
            </a:pPr>
            <a:endParaRPr lang="en-US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3500"/>
              </a:lnSpc>
            </a:pP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“Het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kan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gebeuren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dat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een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overleden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persoon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nog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een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belastingaanslag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binnenkrijgt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”,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vertelt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woordvoerder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Saskia van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Amerogen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van de Unie van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Waterschappen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, de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vereniging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van de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Nederlandse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waterschappen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. “Dit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komt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omdat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er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bij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de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watersysteemheffing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wordt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gewerkt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met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een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peildatum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. Het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waterschap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neemt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bij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het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opleggen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van de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aanslag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de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situatie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zoals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die op 1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januari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van het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belastingjaar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is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als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uitgangspunt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. Wat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na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de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peildatum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gebeurt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, is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voor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de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aanslagoplegging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niet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relevant. 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Degene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die op 1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januari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van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een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jaar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bewoner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is, is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belastingplichtig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voor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dat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hele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jaar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. Dit is in de Waterschapswet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bepaald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.” Alleen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wordt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de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aanslag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niet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op 1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januari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verstuurd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, maar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weken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later. Als de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moeder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van Martje al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weken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overleden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is. Martje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krijgt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dan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alsnog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de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aanslag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,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als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erfgenaam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.</a:t>
            </a:r>
            <a:r>
              <a:rPr lang="en-US">
                <a:solidFill>
                  <a:srgbClr val="000000"/>
                </a:solidFill>
                <a:ea typeface="+mn-lt"/>
                <a:cs typeface="+mn-lt"/>
                <a:hlinkClick r:id="rId4"/>
              </a:rPr>
              <a:t>Mijn moeder is overleden. Waarom moet ik haar waterschapsbelasting betalen? - MAX Meldpunt</a:t>
            </a:r>
            <a:endParaRPr lang="en-US">
              <a:latin typeface="Calibri"/>
              <a:ea typeface="Calibri"/>
              <a:cs typeface="Calibri"/>
            </a:endParaRPr>
          </a:p>
          <a:p>
            <a:pPr algn="ctr">
              <a:lnSpc>
                <a:spcPts val="3500"/>
              </a:lnSpc>
            </a:pPr>
            <a:endParaRPr lang="en-US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3500"/>
              </a:lnSpc>
            </a:pP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Waterschapsbelasting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 in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een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verzorgingstehuis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hangt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af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van de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woonvorm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(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zelfstandig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wonen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binnen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een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huis vs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kamer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zonder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eigen </a:t>
            </a:r>
            <a:r>
              <a:rPr lang="en-US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voorzieningen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). </a:t>
            </a:r>
          </a:p>
          <a:p>
            <a:pPr algn="ctr">
              <a:lnSpc>
                <a:spcPts val="3500"/>
              </a:lnSpc>
            </a:pPr>
            <a:endParaRPr lang="en-US" b="1">
              <a:solidFill>
                <a:srgbClr val="000000"/>
              </a:solidFill>
              <a:latin typeface="Open Sans Bold"/>
              <a:ea typeface="Open Sans Bold"/>
              <a:cs typeface="Open Sans Bold"/>
            </a:endParaRP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132A8372-5B74-4997-C504-9AA69FFDE550}"/>
              </a:ext>
            </a:extLst>
          </p:cNvPr>
          <p:cNvSpPr txBox="1"/>
          <p:nvPr/>
        </p:nvSpPr>
        <p:spPr>
          <a:xfrm>
            <a:off x="2882323" y="2570428"/>
            <a:ext cx="2249111" cy="5065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2800" b="1" err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Waterschap</a:t>
            </a:r>
            <a:endParaRPr lang="en-US" sz="2800" b="1" err="1">
              <a:solidFill>
                <a:srgbClr val="000000"/>
              </a:solidFill>
              <a:latin typeface="DM Sans Bold"/>
              <a:ea typeface="DM Sans Bold"/>
              <a:cs typeface="DM Sans Bold"/>
            </a:endParaRPr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7FE0F54A-356B-1ADB-E69B-B9BDB7F3697D}"/>
              </a:ext>
            </a:extLst>
          </p:cNvPr>
          <p:cNvSpPr/>
          <p:nvPr/>
        </p:nvSpPr>
        <p:spPr>
          <a:xfrm>
            <a:off x="-3842" y="4922276"/>
            <a:ext cx="5189151" cy="5364724"/>
          </a:xfrm>
          <a:custGeom>
            <a:avLst/>
            <a:gdLst/>
            <a:ahLst/>
            <a:cxnLst/>
            <a:rect l="l" t="t" r="r" b="b"/>
            <a:pathLst>
              <a:path w="5189151" h="5364724">
                <a:moveTo>
                  <a:pt x="0" y="0"/>
                </a:moveTo>
                <a:lnTo>
                  <a:pt x="5189151" y="0"/>
                </a:lnTo>
                <a:lnTo>
                  <a:pt x="5189151" y="5364724"/>
                </a:lnTo>
                <a:lnTo>
                  <a:pt x="0" y="53647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ICTU Blanco Document" ma:contentTypeID="0x010100CA9CDBB764D01E419D82B5B2D492A06E00EDCC7CC016629A49A4E7EFE075A38D50" ma:contentTypeVersion="2" ma:contentTypeDescription="Een nieuw document maken." ma:contentTypeScope="" ma:versionID="ee659f45a163b5ffbef82b118f44742b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9b9cdb7d6e5b536cabbe8e1493f28e1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haredContentType xmlns="Microsoft.SharePoint.Taxonomy.ContentTypeSync" SourceId="a104d5ce-f540-4606-a78d-e5febbb9402b" ContentTypeId="0x010100CA9CDBB764D01E419D82B5B2D492A06E" PreviousValue="false" LastSyncTimeStamp="2023-08-10T08:59:26.597Z"/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E6530B5-9B68-4C2A-B1D1-F8A1F091E8BE}">
  <ds:schemaRefs>
    <ds:schemaRef ds:uri="http://purl.org/dc/elements/1.1/"/>
    <ds:schemaRef ds:uri="http://purl.org/dc/terms/"/>
    <ds:schemaRef ds:uri="http://schemas.microsoft.com/internal/obd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EE3D0C6-303B-4433-AC2A-C58E4F1B2777}">
  <ds:schemaRefs>
    <ds:schemaRef ds:uri="Microsoft.SharePoint.Taxonomy.ContentTypeSync"/>
  </ds:schemaRefs>
</ds:datastoreItem>
</file>

<file path=customXml/itemProps3.xml><?xml version="1.0" encoding="utf-8"?>
<ds:datastoreItem xmlns:ds="http://schemas.openxmlformats.org/officeDocument/2006/customXml" ds:itemID="{47A41B4A-C29F-4182-A69E-88022D3A3C56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4.xml><?xml version="1.0" encoding="utf-8"?>
<ds:datastoreItem xmlns:ds="http://schemas.openxmlformats.org/officeDocument/2006/customXml" ds:itemID="{E3CBDBB1-6B55-4E4D-8280-8F39DCC82C7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Situatie Truus</dc:title>
  <cp:revision>1</cp:revision>
  <dcterms:created xsi:type="dcterms:W3CDTF">2006-08-16T00:00:00Z</dcterms:created>
  <dcterms:modified xsi:type="dcterms:W3CDTF">2025-10-22T17:44:51Z</dcterms:modified>
  <dc:identifier>DAG0c8ciyeg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0x010100CA9CDBB764D01E419D82B5B2D492A06E00EDCC7CC016629A49A4E7EFE075A38D50</vt:lpwstr>
  </property>
</Properties>
</file>